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115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C6D351-951C-4080-BA6B-96B4C54BB93D}" v="18" dt="2026-03-30T18:35:19.6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Garate" userId="6ce5b0a8a87044cc" providerId="LiveId" clId="{3FC3F052-3F8F-42D3-B8EA-956065AA0F0F}"/>
    <pc:docChg chg="undo custSel addSld delSld modSld">
      <pc:chgData name="Diego Garate" userId="6ce5b0a8a87044cc" providerId="LiveId" clId="{3FC3F052-3F8F-42D3-B8EA-956065AA0F0F}" dt="2026-03-30T18:35:19.669" v="119" actId="1076"/>
      <pc:docMkLst>
        <pc:docMk/>
      </pc:docMkLst>
      <pc:sldChg chg="modSp mod">
        <pc:chgData name="Diego Garate" userId="6ce5b0a8a87044cc" providerId="LiveId" clId="{3FC3F052-3F8F-42D3-B8EA-956065AA0F0F}" dt="2026-03-25T19:16:15.423" v="0" actId="1076"/>
        <pc:sldMkLst>
          <pc:docMk/>
          <pc:sldMk cId="0" sldId="256"/>
        </pc:sldMkLst>
        <pc:spChg chg="mod">
          <ac:chgData name="Diego Garate" userId="6ce5b0a8a87044cc" providerId="LiveId" clId="{3FC3F052-3F8F-42D3-B8EA-956065AA0F0F}" dt="2026-03-25T19:16:15.423" v="0" actId="1076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Diego Garate" userId="6ce5b0a8a87044cc" providerId="LiveId" clId="{3FC3F052-3F8F-42D3-B8EA-956065AA0F0F}" dt="2026-03-25T19:16:49.074" v="19" actId="6549"/>
        <pc:sldMkLst>
          <pc:docMk/>
          <pc:sldMk cId="0" sldId="258"/>
        </pc:sldMkLst>
        <pc:spChg chg="mod">
          <ac:chgData name="Diego Garate" userId="6ce5b0a8a87044cc" providerId="LiveId" clId="{3FC3F052-3F8F-42D3-B8EA-956065AA0F0F}" dt="2026-03-25T19:16:36.306" v="1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16:44.902" v="11" actId="15"/>
          <ac:spMkLst>
            <pc:docMk/>
            <pc:sldMk cId="0" sldId="258"/>
            <ac:spMk id="7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16:49.074" v="19" actId="6549"/>
          <ac:spMkLst>
            <pc:docMk/>
            <pc:sldMk cId="0" sldId="258"/>
            <ac:spMk id="11" creationId="{00000000-0000-0000-0000-000000000000}"/>
          </ac:spMkLst>
        </pc:spChg>
      </pc:sldChg>
      <pc:sldChg chg="modSp mod">
        <pc:chgData name="Diego Garate" userId="6ce5b0a8a87044cc" providerId="LiveId" clId="{3FC3F052-3F8F-42D3-B8EA-956065AA0F0F}" dt="2026-03-25T19:17:05.713" v="20" actId="1076"/>
        <pc:sldMkLst>
          <pc:docMk/>
          <pc:sldMk cId="0" sldId="259"/>
        </pc:sldMkLst>
        <pc:spChg chg="mod">
          <ac:chgData name="Diego Garate" userId="6ce5b0a8a87044cc" providerId="LiveId" clId="{3FC3F052-3F8F-42D3-B8EA-956065AA0F0F}" dt="2026-03-25T19:17:05.713" v="20" actId="1076"/>
          <ac:spMkLst>
            <pc:docMk/>
            <pc:sldMk cId="0" sldId="259"/>
            <ac:spMk id="3" creationId="{00000000-0000-0000-0000-000000000000}"/>
          </ac:spMkLst>
        </pc:spChg>
      </pc:sldChg>
      <pc:sldChg chg="addSp modSp mod">
        <pc:chgData name="Diego Garate" userId="6ce5b0a8a87044cc" providerId="LiveId" clId="{3FC3F052-3F8F-42D3-B8EA-956065AA0F0F}" dt="2026-03-25T19:22:57.596" v="107" actId="20577"/>
        <pc:sldMkLst>
          <pc:docMk/>
          <pc:sldMk cId="0" sldId="260"/>
        </pc:sldMkLst>
        <pc:spChg chg="mod">
          <ac:chgData name="Diego Garate" userId="6ce5b0a8a87044cc" providerId="LiveId" clId="{3FC3F052-3F8F-42D3-B8EA-956065AA0F0F}" dt="2026-03-25T19:17:21.906" v="21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22:03.036" v="96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22:03.036" v="96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22:03.036" v="96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22:13.233" v="98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20:15.483" v="58"/>
          <ac:spMkLst>
            <pc:docMk/>
            <pc:sldMk cId="0" sldId="260"/>
            <ac:spMk id="10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21:57.317" v="95" actId="1035"/>
          <ac:spMkLst>
            <pc:docMk/>
            <pc:sldMk cId="0" sldId="260"/>
            <ac:spMk id="13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21:57.317" v="95" actId="1035"/>
          <ac:spMkLst>
            <pc:docMk/>
            <pc:sldMk cId="0" sldId="260"/>
            <ac:spMk id="15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20:33.684" v="60"/>
          <ac:spMkLst>
            <pc:docMk/>
            <pc:sldMk cId="0" sldId="260"/>
            <ac:spMk id="16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21:57.317" v="95" actId="1035"/>
          <ac:spMkLst>
            <pc:docMk/>
            <pc:sldMk cId="0" sldId="260"/>
            <ac:spMk id="18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20:41.474" v="61"/>
          <ac:spMkLst>
            <pc:docMk/>
            <pc:sldMk cId="0" sldId="260"/>
            <ac:spMk id="19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21:57.317" v="95" actId="1035"/>
          <ac:spMkLst>
            <pc:docMk/>
            <pc:sldMk cId="0" sldId="260"/>
            <ac:spMk id="22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21:57.317" v="95" actId="1035"/>
          <ac:spMkLst>
            <pc:docMk/>
            <pc:sldMk cId="0" sldId="260"/>
            <ac:spMk id="23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21:57.317" v="95" actId="1035"/>
          <ac:spMkLst>
            <pc:docMk/>
            <pc:sldMk cId="0" sldId="260"/>
            <ac:spMk id="24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20:55.421" v="63"/>
          <ac:spMkLst>
            <pc:docMk/>
            <pc:sldMk cId="0" sldId="260"/>
            <ac:spMk id="25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21:57.317" v="95" actId="1035"/>
          <ac:spMkLst>
            <pc:docMk/>
            <pc:sldMk cId="0" sldId="260"/>
            <ac:spMk id="26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21:57.317" v="95" actId="1035"/>
          <ac:spMkLst>
            <pc:docMk/>
            <pc:sldMk cId="0" sldId="260"/>
            <ac:spMk id="28" creationId="{00000000-0000-0000-0000-000000000000}"/>
          </ac:spMkLst>
        </pc:spChg>
        <pc:spChg chg="add mod">
          <ac:chgData name="Diego Garate" userId="6ce5b0a8a87044cc" providerId="LiveId" clId="{3FC3F052-3F8F-42D3-B8EA-956065AA0F0F}" dt="2026-03-25T19:21:08.455" v="66" actId="1076"/>
          <ac:spMkLst>
            <pc:docMk/>
            <pc:sldMk cId="0" sldId="260"/>
            <ac:spMk id="29" creationId="{8229D2B2-E758-8984-9D82-4CCE01614CA0}"/>
          </ac:spMkLst>
        </pc:spChg>
        <pc:spChg chg="add mod">
          <ac:chgData name="Diego Garate" userId="6ce5b0a8a87044cc" providerId="LiveId" clId="{3FC3F052-3F8F-42D3-B8EA-956065AA0F0F}" dt="2026-03-25T19:21:57.317" v="95" actId="1035"/>
          <ac:spMkLst>
            <pc:docMk/>
            <pc:sldMk cId="0" sldId="260"/>
            <ac:spMk id="30" creationId="{D8411072-689A-8054-F7C0-0E85E30D87BD}"/>
          </ac:spMkLst>
        </pc:spChg>
        <pc:spChg chg="add mod">
          <ac:chgData name="Diego Garate" userId="6ce5b0a8a87044cc" providerId="LiveId" clId="{3FC3F052-3F8F-42D3-B8EA-956065AA0F0F}" dt="2026-03-25T19:22:25.124" v="99"/>
          <ac:spMkLst>
            <pc:docMk/>
            <pc:sldMk cId="0" sldId="260"/>
            <ac:spMk id="31" creationId="{5FEE70D0-0649-1585-9E0F-252CB727988C}"/>
          </ac:spMkLst>
        </pc:spChg>
        <pc:spChg chg="add mod">
          <ac:chgData name="Diego Garate" userId="6ce5b0a8a87044cc" providerId="LiveId" clId="{3FC3F052-3F8F-42D3-B8EA-956065AA0F0F}" dt="2026-03-25T19:21:13.350" v="68" actId="1076"/>
          <ac:spMkLst>
            <pc:docMk/>
            <pc:sldMk cId="0" sldId="260"/>
            <ac:spMk id="32" creationId="{C18536F5-7EF8-8370-8E4E-0EFB92F6BF1F}"/>
          </ac:spMkLst>
        </pc:spChg>
        <pc:spChg chg="add mod">
          <ac:chgData name="Diego Garate" userId="6ce5b0a8a87044cc" providerId="LiveId" clId="{3FC3F052-3F8F-42D3-B8EA-956065AA0F0F}" dt="2026-03-25T19:21:39.580" v="74" actId="20577"/>
          <ac:spMkLst>
            <pc:docMk/>
            <pc:sldMk cId="0" sldId="260"/>
            <ac:spMk id="33" creationId="{285CB942-EF35-5192-E192-445C68E0B90F}"/>
          </ac:spMkLst>
        </pc:spChg>
        <pc:spChg chg="add mod">
          <ac:chgData name="Diego Garate" userId="6ce5b0a8a87044cc" providerId="LiveId" clId="{3FC3F052-3F8F-42D3-B8EA-956065AA0F0F}" dt="2026-03-25T19:22:33.685" v="100"/>
          <ac:spMkLst>
            <pc:docMk/>
            <pc:sldMk cId="0" sldId="260"/>
            <ac:spMk id="34" creationId="{E867F4AE-7274-1553-95B9-B71785F18432}"/>
          </ac:spMkLst>
        </pc:spChg>
        <pc:spChg chg="add mod">
          <ac:chgData name="Diego Garate" userId="6ce5b0a8a87044cc" providerId="LiveId" clId="{3FC3F052-3F8F-42D3-B8EA-956065AA0F0F}" dt="2026-03-25T19:21:50.216" v="76" actId="1076"/>
          <ac:spMkLst>
            <pc:docMk/>
            <pc:sldMk cId="0" sldId="260"/>
            <ac:spMk id="35" creationId="{0F76A9C3-FA28-F50C-A54B-45386044E770}"/>
          </ac:spMkLst>
        </pc:spChg>
        <pc:spChg chg="add mod">
          <ac:chgData name="Diego Garate" userId="6ce5b0a8a87044cc" providerId="LiveId" clId="{3FC3F052-3F8F-42D3-B8EA-956065AA0F0F}" dt="2026-03-25T19:22:57.596" v="107" actId="20577"/>
          <ac:spMkLst>
            <pc:docMk/>
            <pc:sldMk cId="0" sldId="260"/>
            <ac:spMk id="36" creationId="{3113A8B1-19AC-8C58-6728-7DB1E4EBFBD6}"/>
          </ac:spMkLst>
        </pc:spChg>
        <pc:spChg chg="add mod">
          <ac:chgData name="Diego Garate" userId="6ce5b0a8a87044cc" providerId="LiveId" clId="{3FC3F052-3F8F-42D3-B8EA-956065AA0F0F}" dt="2026-03-25T19:22:39.753" v="101"/>
          <ac:spMkLst>
            <pc:docMk/>
            <pc:sldMk cId="0" sldId="260"/>
            <ac:spMk id="37" creationId="{F37A927D-9418-04F8-5057-D4D44EC4BDF1}"/>
          </ac:spMkLst>
        </pc:spChg>
      </pc:sldChg>
      <pc:sldChg chg="delSp modSp mod">
        <pc:chgData name="Diego Garate" userId="6ce5b0a8a87044cc" providerId="LiveId" clId="{3FC3F052-3F8F-42D3-B8EA-956065AA0F0F}" dt="2026-03-25T19:18:21.903" v="27" actId="1076"/>
        <pc:sldMkLst>
          <pc:docMk/>
          <pc:sldMk cId="0" sldId="261"/>
        </pc:sldMkLst>
        <pc:spChg chg="mod">
          <ac:chgData name="Diego Garate" userId="6ce5b0a8a87044cc" providerId="LiveId" clId="{3FC3F052-3F8F-42D3-B8EA-956065AA0F0F}" dt="2026-03-25T19:18:09.144" v="25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18:21.903" v="27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18:21.903" v="27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18:21.903" v="27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18:21.903" v="27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18:21.903" v="27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18:21.903" v="27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18:21.903" v="27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18:21.903" v="27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18:21.903" v="27" actId="107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Diego Garate" userId="6ce5b0a8a87044cc" providerId="LiveId" clId="{3FC3F052-3F8F-42D3-B8EA-956065AA0F0F}" dt="2026-03-25T19:18:21.903" v="27" actId="1076"/>
          <ac:spMkLst>
            <pc:docMk/>
            <pc:sldMk cId="0" sldId="261"/>
            <ac:spMk id="20" creationId="{00000000-0000-0000-0000-000000000000}"/>
          </ac:spMkLst>
        </pc:spChg>
      </pc:sldChg>
      <pc:sldChg chg="modSp mod">
        <pc:chgData name="Diego Garate" userId="6ce5b0a8a87044cc" providerId="LiveId" clId="{3FC3F052-3F8F-42D3-B8EA-956065AA0F0F}" dt="2026-03-25T19:23:09.537" v="108" actId="1076"/>
        <pc:sldMkLst>
          <pc:docMk/>
          <pc:sldMk cId="0" sldId="262"/>
        </pc:sldMkLst>
        <pc:spChg chg="mod">
          <ac:chgData name="Diego Garate" userId="6ce5b0a8a87044cc" providerId="LiveId" clId="{3FC3F052-3F8F-42D3-B8EA-956065AA0F0F}" dt="2026-03-25T19:23:09.537" v="108" actId="1076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Diego Garate" userId="6ce5b0a8a87044cc" providerId="LiveId" clId="{3FC3F052-3F8F-42D3-B8EA-956065AA0F0F}" dt="2026-03-25T19:23:30.937" v="109" actId="1076"/>
        <pc:sldMkLst>
          <pc:docMk/>
          <pc:sldMk cId="0" sldId="263"/>
        </pc:sldMkLst>
        <pc:spChg chg="mod">
          <ac:chgData name="Diego Garate" userId="6ce5b0a8a87044cc" providerId="LiveId" clId="{3FC3F052-3F8F-42D3-B8EA-956065AA0F0F}" dt="2026-03-25T19:23:30.937" v="109" actId="1076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Diego Garate" userId="6ce5b0a8a87044cc" providerId="LiveId" clId="{3FC3F052-3F8F-42D3-B8EA-956065AA0F0F}" dt="2026-03-25T19:30:32.303" v="110" actId="1076"/>
        <pc:sldMkLst>
          <pc:docMk/>
          <pc:sldMk cId="0" sldId="264"/>
        </pc:sldMkLst>
        <pc:spChg chg="mod">
          <ac:chgData name="Diego Garate" userId="6ce5b0a8a87044cc" providerId="LiveId" clId="{3FC3F052-3F8F-42D3-B8EA-956065AA0F0F}" dt="2026-03-25T19:30:32.303" v="110" actId="1076"/>
          <ac:spMkLst>
            <pc:docMk/>
            <pc:sldMk cId="0" sldId="264"/>
            <ac:spMk id="3" creationId="{00000000-0000-0000-0000-000000000000}"/>
          </ac:spMkLst>
        </pc:spChg>
      </pc:sldChg>
      <pc:sldChg chg="new del">
        <pc:chgData name="Diego Garate" userId="6ce5b0a8a87044cc" providerId="LiveId" clId="{3FC3F052-3F8F-42D3-B8EA-956065AA0F0F}" dt="2026-03-30T18:34:56.777" v="115" actId="47"/>
        <pc:sldMkLst>
          <pc:docMk/>
          <pc:sldMk cId="1805667178" sldId="266"/>
        </pc:sldMkLst>
      </pc:sldChg>
      <pc:sldChg chg="addSp delSp modSp add setBg delDesignElem">
        <pc:chgData name="Diego Garate" userId="6ce5b0a8a87044cc" providerId="LiveId" clId="{3FC3F052-3F8F-42D3-B8EA-956065AA0F0F}" dt="2026-03-30T18:35:19.669" v="119" actId="1076"/>
        <pc:sldMkLst>
          <pc:docMk/>
          <pc:sldMk cId="2670519376" sldId="1158"/>
        </pc:sldMkLst>
        <pc:spChg chg="del">
          <ac:chgData name="Diego Garate" userId="6ce5b0a8a87044cc" providerId="LiveId" clId="{3FC3F052-3F8F-42D3-B8EA-956065AA0F0F}" dt="2026-03-30T18:34:54.877" v="114"/>
          <ac:spMkLst>
            <pc:docMk/>
            <pc:sldMk cId="2670519376" sldId="1158"/>
            <ac:spMk id="22" creationId="{EDDBB197-D710-4A4F-A9CA-FD2177498BE8}"/>
          </ac:spMkLst>
        </pc:spChg>
        <pc:spChg chg="del">
          <ac:chgData name="Diego Garate" userId="6ce5b0a8a87044cc" providerId="LiveId" clId="{3FC3F052-3F8F-42D3-B8EA-956065AA0F0F}" dt="2026-03-30T18:34:54.877" v="114"/>
          <ac:spMkLst>
            <pc:docMk/>
            <pc:sldMk cId="2670519376" sldId="1158"/>
            <ac:spMk id="23" creationId="{975D1CFA-2CDB-4B64-BD9F-85744E8DA12F}"/>
          </ac:spMkLst>
        </pc:spChg>
        <pc:grpChg chg="del">
          <ac:chgData name="Diego Garate" userId="6ce5b0a8a87044cc" providerId="LiveId" clId="{3FC3F052-3F8F-42D3-B8EA-956065AA0F0F}" dt="2026-03-30T18:34:54.877" v="114"/>
          <ac:grpSpMkLst>
            <pc:docMk/>
            <pc:sldMk cId="2670519376" sldId="1158"/>
            <ac:grpSpMk id="24" creationId="{25EE5136-01F1-466C-962D-BA9B4C6757AA}"/>
          </ac:grpSpMkLst>
        </pc:grpChg>
        <pc:picChg chg="del">
          <ac:chgData name="Diego Garate" userId="6ce5b0a8a87044cc" providerId="LiveId" clId="{3FC3F052-3F8F-42D3-B8EA-956065AA0F0F}" dt="2026-03-30T18:35:12.546" v="116" actId="478"/>
          <ac:picMkLst>
            <pc:docMk/>
            <pc:sldMk cId="2670519376" sldId="1158"/>
            <ac:picMk id="4" creationId="{1BA6799D-18F8-91FD-341E-8C6491A18317}"/>
          </ac:picMkLst>
        </pc:picChg>
        <pc:picChg chg="add mod">
          <ac:chgData name="Diego Garate" userId="6ce5b0a8a87044cc" providerId="LiveId" clId="{3FC3F052-3F8F-42D3-B8EA-956065AA0F0F}" dt="2026-03-30T18:35:19.669" v="119" actId="1076"/>
          <ac:picMkLst>
            <pc:docMk/>
            <pc:sldMk cId="2670519376" sldId="1158"/>
            <ac:picMk id="1026" creationId="{DFEF4540-613B-1402-A515-B01BF0C224B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4764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B01DA-41AC-4C29-A432-3589D2C3DBB4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30/03/2026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74652-CB68-410A-A748-E0195B54974D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660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0D47A1">
              <a:alpha val="3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0D47A1">
              <a:alpha val="30000"/>
            </a:srgbClr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DESARROLLO DE SOFTWARE SEGURO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2237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1: Introducción y Fundamentos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283689DA-9D90-4BF8-ED1F-F2D95E40940A}"/>
              </a:ext>
            </a:extLst>
          </p:cNvPr>
          <p:cNvSpPr txBox="1"/>
          <p:nvPr/>
        </p:nvSpPr>
        <p:spPr>
          <a:xfrm>
            <a:off x="131324" y="835818"/>
            <a:ext cx="4961106" cy="3927265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pPr marL="42863" defTabSz="685800">
              <a:lnSpc>
                <a:spcPct val="90000"/>
              </a:lnSpc>
              <a:spcAft>
                <a:spcPts val="450"/>
              </a:spcAft>
            </a:pPr>
            <a:r>
              <a:rPr lang="es-PE" dirty="0">
                <a:solidFill>
                  <a:schemeClr val="tx2"/>
                </a:solidFill>
              </a:rPr>
              <a:t>Diego Alonso Gárate Polar</a:t>
            </a:r>
            <a:endParaRPr lang="es-PE" sz="1275" dirty="0">
              <a:solidFill>
                <a:schemeClr val="tx2"/>
              </a:solidFill>
            </a:endParaRPr>
          </a:p>
          <a:p>
            <a:pPr marL="214313" indent="-171450" defTabSz="68580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s-PE" sz="1275" dirty="0">
                <a:solidFill>
                  <a:schemeClr val="tx2"/>
                </a:solidFill>
              </a:rPr>
              <a:t>Egresado de Estudios Generales Ciencias en la PUCP</a:t>
            </a:r>
          </a:p>
          <a:p>
            <a:pPr marL="214313" indent="-171450" defTabSz="68580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s-PE" sz="1275" dirty="0">
                <a:solidFill>
                  <a:schemeClr val="tx2"/>
                </a:solidFill>
              </a:rPr>
              <a:t>Bachiller en Ingeniería Informática por la PUCP</a:t>
            </a:r>
          </a:p>
          <a:p>
            <a:pPr marL="214313" indent="-171450" defTabSz="68580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s-PE" sz="1275" dirty="0">
                <a:solidFill>
                  <a:schemeClr val="tx2"/>
                </a:solidFill>
              </a:rPr>
              <a:t>Tesista del Grupo de Reconocimiento de Patrones e Inteligencia Artificial Aplicada (GRPIAA - PUCP) </a:t>
            </a:r>
          </a:p>
          <a:p>
            <a:pPr marL="214313" indent="-171450" defTabSz="68580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s-PE" sz="1275" dirty="0">
                <a:solidFill>
                  <a:schemeClr val="tx2"/>
                </a:solidFill>
              </a:rPr>
              <a:t>Ingeniero Informático Titulado por la PUCP</a:t>
            </a:r>
          </a:p>
          <a:p>
            <a:pPr marL="214313" indent="-171450" defTabSz="68580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s-PE" sz="1275" dirty="0">
                <a:solidFill>
                  <a:schemeClr val="tx2"/>
                </a:solidFill>
              </a:rPr>
              <a:t>Lleve el Curso de Extensión SBS 2015 – Supervisor Sistemas</a:t>
            </a:r>
          </a:p>
          <a:p>
            <a:pPr marL="214313" indent="-171450" defTabSz="68580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s-PE" sz="1275" dirty="0">
                <a:solidFill>
                  <a:schemeClr val="tx2"/>
                </a:solidFill>
              </a:rPr>
              <a:t>Certificado ITIL</a:t>
            </a:r>
          </a:p>
          <a:p>
            <a:pPr marL="214313" indent="-171450" defTabSz="68580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s-PE" sz="1275" dirty="0">
                <a:solidFill>
                  <a:schemeClr val="tx2"/>
                </a:solidFill>
              </a:rPr>
              <a:t>Master en Data Management e Innovación Tecnológica por la Universidad de Barcelona</a:t>
            </a:r>
          </a:p>
          <a:p>
            <a:pPr marL="214313" indent="-171450" defTabSz="68580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s-PE" sz="1275" dirty="0" err="1">
                <a:solidFill>
                  <a:schemeClr val="tx2"/>
                </a:solidFill>
              </a:rPr>
              <a:t>MicroMaster</a:t>
            </a:r>
            <a:r>
              <a:rPr lang="es-PE" sz="1275" dirty="0">
                <a:solidFill>
                  <a:schemeClr val="tx2"/>
                </a:solidFill>
              </a:rPr>
              <a:t> in </a:t>
            </a:r>
            <a:r>
              <a:rPr lang="es-PE" sz="1275" dirty="0" err="1">
                <a:solidFill>
                  <a:schemeClr val="tx2"/>
                </a:solidFill>
              </a:rPr>
              <a:t>Statistics</a:t>
            </a:r>
            <a:r>
              <a:rPr lang="es-PE" sz="1275" dirty="0">
                <a:solidFill>
                  <a:schemeClr val="tx2"/>
                </a:solidFill>
              </a:rPr>
              <a:t> and Data </a:t>
            </a:r>
            <a:r>
              <a:rPr lang="es-PE" sz="1275" dirty="0" err="1">
                <a:solidFill>
                  <a:schemeClr val="tx2"/>
                </a:solidFill>
              </a:rPr>
              <a:t>Science</a:t>
            </a:r>
            <a:r>
              <a:rPr lang="es-PE" sz="1275" dirty="0">
                <a:solidFill>
                  <a:schemeClr val="tx2"/>
                </a:solidFill>
              </a:rPr>
              <a:t> en el </a:t>
            </a:r>
            <a:r>
              <a:rPr lang="es-PE" sz="1275" dirty="0" err="1">
                <a:solidFill>
                  <a:schemeClr val="tx2"/>
                </a:solidFill>
              </a:rPr>
              <a:t>MITx</a:t>
            </a:r>
            <a:endParaRPr lang="es-PE" sz="1275" dirty="0">
              <a:solidFill>
                <a:schemeClr val="tx2"/>
              </a:solidFill>
            </a:endParaRPr>
          </a:p>
          <a:p>
            <a:pPr marL="214313" indent="-171450" defTabSz="68580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275" dirty="0">
                <a:solidFill>
                  <a:schemeClr val="tx2"/>
                </a:solidFill>
              </a:rPr>
              <a:t>Advanced Program in Data Science &amp; Global Skills – BREIT</a:t>
            </a:r>
            <a:endParaRPr lang="es-PE" sz="1275" dirty="0">
              <a:solidFill>
                <a:schemeClr val="tx2"/>
              </a:solidFill>
            </a:endParaRPr>
          </a:p>
          <a:p>
            <a:pPr marL="214313" indent="-171450" defTabSz="68580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s-PE" sz="1275" dirty="0">
                <a:solidFill>
                  <a:schemeClr val="tx2"/>
                </a:solidFill>
              </a:rPr>
              <a:t>Software </a:t>
            </a:r>
            <a:r>
              <a:rPr lang="es-PE" sz="1275" dirty="0" err="1">
                <a:solidFill>
                  <a:schemeClr val="tx2"/>
                </a:solidFill>
              </a:rPr>
              <a:t>Developer</a:t>
            </a:r>
            <a:r>
              <a:rPr lang="es-PE" sz="1275" dirty="0">
                <a:solidFill>
                  <a:schemeClr val="tx2"/>
                </a:solidFill>
              </a:rPr>
              <a:t> </a:t>
            </a:r>
            <a:r>
              <a:rPr lang="es-PE" sz="1275" dirty="0" err="1">
                <a:solidFill>
                  <a:schemeClr val="tx2"/>
                </a:solidFill>
              </a:rPr>
              <a:t>Engineer</a:t>
            </a:r>
            <a:r>
              <a:rPr lang="es-PE" sz="1275" dirty="0">
                <a:solidFill>
                  <a:schemeClr val="tx2"/>
                </a:solidFill>
              </a:rPr>
              <a:t> @Amazon</a:t>
            </a:r>
          </a:p>
          <a:p>
            <a:pPr marL="214313" indent="-171450" defTabSz="68580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s-PE" sz="1275" dirty="0">
                <a:solidFill>
                  <a:schemeClr val="tx2"/>
                </a:solidFill>
              </a:rPr>
              <a:t>Supervisor Senior de Sistemas de Información – SBS</a:t>
            </a:r>
          </a:p>
          <a:p>
            <a:pPr marL="214313" indent="-171450" defTabSz="68580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s-PE" sz="1275" dirty="0">
                <a:solidFill>
                  <a:schemeClr val="tx2"/>
                </a:solidFill>
              </a:rPr>
              <a:t>Candidato al certificado en Ciberseguridad CC del ISC2</a:t>
            </a:r>
          </a:p>
          <a:p>
            <a:pPr marL="214313" indent="-171450" defTabSz="68580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s-PE" sz="1275" dirty="0">
                <a:solidFill>
                  <a:schemeClr val="tx2"/>
                </a:solidFill>
              </a:rPr>
              <a:t>Catedrático de Facultad de Ingeniería de la Universidad Ricardo Palma</a:t>
            </a:r>
          </a:p>
        </p:txBody>
      </p:sp>
      <p:pic>
        <p:nvPicPr>
          <p:cNvPr id="10" name="Imagen 9" descr="Una persona con una camisa blanca&#10;&#10;Descripción generada automáticamente">
            <a:extLst>
              <a:ext uri="{FF2B5EF4-FFF2-40B4-BE49-F238E27FC236}">
                <a16:creationId xmlns:a16="http://schemas.microsoft.com/office/drawing/2014/main" id="{5A67F2C6-EEB4-3A83-8A76-0B4B2B99675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937"/>
          <a:stretch/>
        </p:blipFill>
        <p:spPr>
          <a:xfrm>
            <a:off x="6218103" y="1259863"/>
            <a:ext cx="2199136" cy="24942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FEF4540-613B-1402-A515-B01BF0C22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04210" cy="904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0519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 de la Sesión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731520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914400" y="1280160"/>
            <a:ext cx="73152" cy="54864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371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3716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entre ingeniería de software y ciberseguridad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Shape 6"/>
          <p:cNvSpPr/>
          <p:nvPr/>
        </p:nvSpPr>
        <p:spPr>
          <a:xfrm>
            <a:off x="914400" y="2011680"/>
            <a:ext cx="73152" cy="54864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1031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37360" y="21031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como requisito no funcional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Shape 9"/>
          <p:cNvSpPr/>
          <p:nvPr/>
        </p:nvSpPr>
        <p:spPr>
          <a:xfrm>
            <a:off x="914400" y="2743200"/>
            <a:ext cx="73152" cy="54864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283464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37360" y="28346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de amenazas en aplicaciones modernas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Shape 12"/>
          <p:cNvSpPr/>
          <p:nvPr/>
        </p:nvSpPr>
        <p:spPr>
          <a:xfrm>
            <a:off x="914400" y="3474720"/>
            <a:ext cx="73152" cy="54864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356616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737360" y="35661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del desarrollador en la seguridad organizacional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Relación entre Ingeniería de Software y Ciberseguridad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0696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5544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8346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arquitectura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código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calidad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55448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3776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Ciberseguridad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029200" y="28346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activos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ataques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riesgos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 incidentes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Seguridad como Requisito No Funcional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02065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1732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debe integrarse desde el inicio del ciclo de desarrollo, no como una capa adicional al final del proyecto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377440"/>
            <a:ext cx="2560320" cy="201168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2560320" cy="9144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265176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3291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0080" y="3657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información sensible contra accesos no autorizados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91840" y="2377440"/>
            <a:ext cx="2560320" cy="201168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Shape 9"/>
          <p:cNvSpPr/>
          <p:nvPr/>
        </p:nvSpPr>
        <p:spPr>
          <a:xfrm>
            <a:off x="3291840" y="2377440"/>
            <a:ext cx="2560320" cy="9144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265176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74720" y="3291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474720" y="3657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 de que los datos no han sido alterados o modificados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126480" y="2377440"/>
            <a:ext cx="2560320" cy="201168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Shape 13"/>
          <p:cNvSpPr/>
          <p:nvPr/>
        </p:nvSpPr>
        <p:spPr>
          <a:xfrm>
            <a:off x="6126480" y="2377440"/>
            <a:ext cx="2560320" cy="9144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265176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09360" y="3291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6309360" y="3657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Asegurar que los sistemas estén accesibles cuando se necesiten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Panorama de Amenazas en Aplicaciones Modernas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96348" y="1785778"/>
            <a:ext cx="3657600" cy="1188720"/>
          </a:xfrm>
          <a:prstGeom prst="rect">
            <a:avLst/>
          </a:prstGeom>
          <a:solidFill>
            <a:srgbClr val="E53935">
              <a:alpha val="9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395531" y="188636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95531" y="243500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brechas de seguridad son causadas por vulnerabilidades en el código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2399" y="471643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Amenazas (OWASP Top 10)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37159" y="1356010"/>
            <a:ext cx="320040" cy="320040"/>
          </a:xfrm>
          <a:prstGeom prst="ellipse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4737159" y="135601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94359" y="140173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</a:t>
            </a:r>
            <a:r>
              <a:rPr lang="en-US" sz="13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defectuoso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37159" y="1740058"/>
            <a:ext cx="320040" cy="320040"/>
          </a:xfrm>
          <a:prstGeom prst="ellipse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4737159" y="174005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94359" y="178577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37159" y="2124106"/>
            <a:ext cx="320040" cy="320040"/>
          </a:xfrm>
          <a:prstGeom prst="ellipse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4737159" y="212410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94359" y="216982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PE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Fallos en la cadena de suministro de software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37159" y="2508154"/>
            <a:ext cx="320040" cy="320040"/>
          </a:xfrm>
          <a:prstGeom prst="ellipse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4737159" y="250815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94359" y="255387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Fallos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criptográficos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37159" y="2892202"/>
            <a:ext cx="320040" cy="320040"/>
          </a:xfrm>
          <a:prstGeom prst="ellipse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4737159" y="289220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94359" y="293792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37159" y="3276250"/>
            <a:ext cx="320040" cy="320040"/>
          </a:xfrm>
          <a:prstGeom prst="ellipse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4737159" y="327625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94359" y="332197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inseguro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37159" y="3660298"/>
            <a:ext cx="320040" cy="320040"/>
          </a:xfrm>
          <a:prstGeom prst="ellipse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4737159" y="366029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94359" y="370601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Fallos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300" dirty="0"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8229D2B2-E758-8984-9D82-4CCE01614CA0}"/>
              </a:ext>
            </a:extLst>
          </p:cNvPr>
          <p:cNvSpPr/>
          <p:nvPr/>
        </p:nvSpPr>
        <p:spPr>
          <a:xfrm>
            <a:off x="4737159" y="4044346"/>
            <a:ext cx="320040" cy="320040"/>
          </a:xfrm>
          <a:prstGeom prst="ellipse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D8411072-689A-8054-F7C0-0E85E30D87BD}"/>
              </a:ext>
            </a:extLst>
          </p:cNvPr>
          <p:cNvSpPr/>
          <p:nvPr/>
        </p:nvSpPr>
        <p:spPr>
          <a:xfrm>
            <a:off x="4737159" y="404434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5FEE70D0-0649-1585-9E0F-252CB727988C}"/>
              </a:ext>
            </a:extLst>
          </p:cNvPr>
          <p:cNvSpPr/>
          <p:nvPr/>
        </p:nvSpPr>
        <p:spPr>
          <a:xfrm>
            <a:off x="5194359" y="409006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PE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Fallos de integridad del software o de los datos</a:t>
            </a:r>
            <a:endParaRPr lang="en-US" sz="1300" dirty="0"/>
          </a:p>
        </p:txBody>
      </p:sp>
      <p:sp>
        <p:nvSpPr>
          <p:cNvPr id="32" name="Shape 24">
            <a:extLst>
              <a:ext uri="{FF2B5EF4-FFF2-40B4-BE49-F238E27FC236}">
                <a16:creationId xmlns:a16="http://schemas.microsoft.com/office/drawing/2014/main" id="{C18536F5-7EF8-8370-8E4E-0EFB92F6BF1F}"/>
              </a:ext>
            </a:extLst>
          </p:cNvPr>
          <p:cNvSpPr/>
          <p:nvPr/>
        </p:nvSpPr>
        <p:spPr>
          <a:xfrm>
            <a:off x="4737159" y="4413012"/>
            <a:ext cx="320040" cy="320040"/>
          </a:xfrm>
          <a:prstGeom prst="ellipse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285CB942-EF35-5192-E192-445C68E0B90F}"/>
              </a:ext>
            </a:extLst>
          </p:cNvPr>
          <p:cNvSpPr/>
          <p:nvPr/>
        </p:nvSpPr>
        <p:spPr>
          <a:xfrm>
            <a:off x="4737159" y="44130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E867F4AE-7274-1553-95B9-B71785F18432}"/>
              </a:ext>
            </a:extLst>
          </p:cNvPr>
          <p:cNvSpPr/>
          <p:nvPr/>
        </p:nvSpPr>
        <p:spPr>
          <a:xfrm>
            <a:off x="5194359" y="44587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PE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Fallos en el registro y las alertas de seguridad</a:t>
            </a:r>
            <a:endParaRPr lang="en-US" sz="1300" dirty="0"/>
          </a:p>
        </p:txBody>
      </p:sp>
      <p:sp>
        <p:nvSpPr>
          <p:cNvPr id="35" name="Shape 24">
            <a:extLst>
              <a:ext uri="{FF2B5EF4-FFF2-40B4-BE49-F238E27FC236}">
                <a16:creationId xmlns:a16="http://schemas.microsoft.com/office/drawing/2014/main" id="{0F76A9C3-FA28-F50C-A54B-45386044E770}"/>
              </a:ext>
            </a:extLst>
          </p:cNvPr>
          <p:cNvSpPr/>
          <p:nvPr/>
        </p:nvSpPr>
        <p:spPr>
          <a:xfrm>
            <a:off x="4737159" y="4762150"/>
            <a:ext cx="320040" cy="320040"/>
          </a:xfrm>
          <a:prstGeom prst="ellipse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 dirty="0"/>
          </a:p>
        </p:txBody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3113A8B1-19AC-8C58-6728-7DB1E4EBFBD6}"/>
              </a:ext>
            </a:extLst>
          </p:cNvPr>
          <p:cNvSpPr/>
          <p:nvPr/>
        </p:nvSpPr>
        <p:spPr>
          <a:xfrm>
            <a:off x="4737159" y="476215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F37A927D-9418-04F8-5057-D4D44EC4BDF1}"/>
              </a:ext>
            </a:extLst>
          </p:cNvPr>
          <p:cNvSpPr/>
          <p:nvPr/>
        </p:nvSpPr>
        <p:spPr>
          <a:xfrm>
            <a:off x="5194359" y="480787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PE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inadecuada de condiciones excepcionales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 del Desarrollador en la Postura de Seguridad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Shape 2"/>
          <p:cNvSpPr/>
          <p:nvPr/>
        </p:nvSpPr>
        <p:spPr>
          <a:xfrm>
            <a:off x="407581" y="1844395"/>
            <a:ext cx="3931920" cy="10058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Shape 3"/>
          <p:cNvSpPr/>
          <p:nvPr/>
        </p:nvSpPr>
        <p:spPr>
          <a:xfrm>
            <a:off x="407581" y="1844395"/>
            <a:ext cx="73152" cy="100584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4"/>
          <p:cNvSpPr/>
          <p:nvPr/>
        </p:nvSpPr>
        <p:spPr>
          <a:xfrm>
            <a:off x="681901" y="1935835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Seguro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1901" y="2301595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Validación de entrada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Manejo de errores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Sanitización de datos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79581" y="1844395"/>
            <a:ext cx="3931920" cy="10058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Shape 7"/>
          <p:cNvSpPr/>
          <p:nvPr/>
        </p:nvSpPr>
        <p:spPr>
          <a:xfrm>
            <a:off x="4979581" y="1844395"/>
            <a:ext cx="73152" cy="100584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5253901" y="1935835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y Testing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253901" y="2301595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 reviews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Pruebas de seguridad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Análisis estático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07581" y="3033115"/>
            <a:ext cx="3931920" cy="10058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Shape 11"/>
          <p:cNvSpPr/>
          <p:nvPr/>
        </p:nvSpPr>
        <p:spPr>
          <a:xfrm>
            <a:off x="407581" y="3033115"/>
            <a:ext cx="73152" cy="100584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2"/>
          <p:cNvSpPr/>
          <p:nvPr/>
        </p:nvSpPr>
        <p:spPr>
          <a:xfrm>
            <a:off x="681901" y="3124555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Continua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1901" y="3490315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Parches de seguridad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Dependencias actualizadas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Monitoreo de CVEs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979581" y="3033115"/>
            <a:ext cx="3931920" cy="10058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Shape 15"/>
          <p:cNvSpPr/>
          <p:nvPr/>
        </p:nvSpPr>
        <p:spPr>
          <a:xfrm>
            <a:off x="4979581" y="3033115"/>
            <a:ext cx="73152" cy="100584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6"/>
          <p:cNvSpPr/>
          <p:nvPr/>
        </p:nvSpPr>
        <p:spPr>
          <a:xfrm>
            <a:off x="5253901" y="3124555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253901" y="3490315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Comunicación con equipo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Documentación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Capacitación constante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Análisis de Incidentes Reales por Fallas de Desarrollo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38428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508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Equifax (2017)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88720" y="1783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Vulnerabilidad: 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 al actualizar Apache Struts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0" y="17830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 millones de registros comprometidos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188720" y="2029968"/>
            <a:ext cx="7315200" cy="137160"/>
          </a:xfrm>
          <a:prstGeom prst="rect">
            <a:avLst/>
          </a:prstGeom>
          <a:solidFill>
            <a:srgbClr val="00BCD4">
              <a:alpha val="8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7"/>
          <p:cNvSpPr/>
          <p:nvPr/>
        </p:nvSpPr>
        <p:spPr>
          <a:xfrm>
            <a:off x="1280160" y="2029968"/>
            <a:ext cx="7132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La gestión de parches es crítica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2606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One (2019)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188720" y="2880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Vulnerabilidad: 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incorrecta en AWS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029200" y="28803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millones de clientes afectados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1188720" y="3127248"/>
            <a:ext cx="7315200" cy="137160"/>
          </a:xfrm>
          <a:prstGeom prst="rect">
            <a:avLst/>
          </a:prstGeom>
          <a:solidFill>
            <a:srgbClr val="00BCD4">
              <a:alpha val="8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3"/>
          <p:cNvSpPr/>
          <p:nvPr/>
        </p:nvSpPr>
        <p:spPr>
          <a:xfrm>
            <a:off x="1280160" y="3127248"/>
            <a:ext cx="7132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La seguridad en la nube requiere atención especial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048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88720" y="3703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SolarWinds (2020)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188720" y="3977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Vulnerabilidad: 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de la cadena de suministro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029200" y="39776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 organizaciones afectadas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1188720" y="4224528"/>
            <a:ext cx="7315200" cy="137160"/>
          </a:xfrm>
          <a:prstGeom prst="rect">
            <a:avLst/>
          </a:prstGeom>
          <a:solidFill>
            <a:srgbClr val="00BCD4">
              <a:alpha val="8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4" name="Text 19"/>
          <p:cNvSpPr/>
          <p:nvPr/>
        </p:nvSpPr>
        <p:spPr>
          <a:xfrm>
            <a:off x="1280160" y="4224528"/>
            <a:ext cx="7132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Verificar la integridad de dependencias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Ciclo de Desarrollo de Software Seguro (SDLC)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6586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731520" y="1353312"/>
            <a:ext cx="365760" cy="365760"/>
          </a:xfrm>
          <a:prstGeom prst="ellipse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Requisitos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requisitos de seguridad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737360"/>
            <a:ext cx="0" cy="274320"/>
          </a:xfrm>
          <a:prstGeom prst="line">
            <a:avLst/>
          </a:prstGeom>
          <a:noFill/>
          <a:ln w="38100">
            <a:solidFill>
              <a:srgbClr val="00BCD4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731520" y="1993392"/>
            <a:ext cx="365760" cy="365760"/>
          </a:xfrm>
          <a:prstGeom prst="ellipse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128016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Diseño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2011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de amenazas y arquitectura segura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377440"/>
            <a:ext cx="0" cy="274320"/>
          </a:xfrm>
          <a:prstGeom prst="line">
            <a:avLst/>
          </a:prstGeom>
          <a:noFill/>
          <a:ln w="38100">
            <a:solidFill>
              <a:srgbClr val="00BCD4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731520" y="2633472"/>
            <a:ext cx="365760" cy="365760"/>
          </a:xfrm>
          <a:prstGeom prst="ellipse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128016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Desarrollo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0" y="2651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 segura y revisiones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017520"/>
            <a:ext cx="0" cy="274320"/>
          </a:xfrm>
          <a:prstGeom prst="line">
            <a:avLst/>
          </a:prstGeom>
          <a:noFill/>
          <a:ln w="38100">
            <a:solidFill>
              <a:srgbClr val="00BCD4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731520" y="3273552"/>
            <a:ext cx="365760" cy="365760"/>
          </a:xfrm>
          <a:prstGeom prst="ellipse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128016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Pruebas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0" y="3291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de seguridad y análisis de vulnerabilidades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3657600"/>
            <a:ext cx="0" cy="274320"/>
          </a:xfrm>
          <a:prstGeom prst="line">
            <a:avLst/>
          </a:prstGeom>
          <a:noFill/>
          <a:ln w="38100">
            <a:solidFill>
              <a:srgbClr val="00BCD4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731520" y="3913632"/>
            <a:ext cx="365760" cy="365760"/>
          </a:xfrm>
          <a:prstGeom prst="ellipse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128016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Despliegue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00400" y="3931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segura y hardening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Herramientas y Prácticas Esenciales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2014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931920" cy="25603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(Static Analysis):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SonarQube, Checkmarx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(Dynamic Analysis):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OWASP ZAP, Burp Suite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Dependencias: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OWASP Dependency-Check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Secretos: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HashiCorp Vault, Git-secrets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Mejores Prácticas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3931920" cy="25603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4937760" y="18745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de mínimo privilegio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en profundidad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Fallar de forma segura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confiar en la entrada del usuario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la simplicidad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y logging completo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de responsabilidades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seguridad por oscuridad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Conclusiones Clave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002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1645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no es opcional, es un requisito fundamental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19456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20240" y="22402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desarrolladores son la primera línea de defensa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78892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20240" y="28346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debe integrarse en todo el ciclo de desarrollo</a:t>
            </a:r>
            <a:endParaRPr lang="en-US" sz="16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383280"/>
            <a:ext cx="365760" cy="3657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920240" y="34290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capacitación continua es esencial para mantenerse actualizado</a:t>
            </a:r>
            <a:endParaRPr lang="en-US" sz="1600" dirty="0"/>
          </a:p>
        </p:txBody>
      </p:sp>
      <p:sp>
        <p:nvSpPr>
          <p:cNvPr id="11" name="Shape 5"/>
          <p:cNvSpPr/>
          <p:nvPr/>
        </p:nvSpPr>
        <p:spPr>
          <a:xfrm>
            <a:off x="1828800" y="3931920"/>
            <a:ext cx="5486400" cy="640080"/>
          </a:xfrm>
          <a:prstGeom prst="rect">
            <a:avLst/>
          </a:prstGeom>
          <a:solidFill>
            <a:srgbClr val="00BCD4">
              <a:alpha val="7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6"/>
          <p:cNvSpPr/>
          <p:nvPr/>
        </p:nvSpPr>
        <p:spPr>
          <a:xfrm>
            <a:off x="2011680" y="4069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seguridad es un viaje, no un destino"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655</Words>
  <Application>Microsoft Office PowerPoint</Application>
  <PresentationFormat>Presentación en pantalla (16:9)</PresentationFormat>
  <Paragraphs>143</Paragraphs>
  <Slides>11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Desarrollo de Software Seguro - Sesión 1</dc:title>
  <dc:subject>PptxGenJS Presentation</dc:subject>
  <dc:creator>Instructor</dc:creator>
  <cp:lastModifiedBy>Diego Alonso Garate Polar</cp:lastModifiedBy>
  <cp:revision>1</cp:revision>
  <dcterms:created xsi:type="dcterms:W3CDTF">2026-01-28T22:59:34Z</dcterms:created>
  <dcterms:modified xsi:type="dcterms:W3CDTF">2026-03-30T18:35:21Z</dcterms:modified>
</cp:coreProperties>
</file>