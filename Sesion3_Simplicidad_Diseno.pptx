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D916FE-FF69-4B43-8F3A-D7FE8CD1DC9C}" v="6" dt="2026-04-14T16:58:55.0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92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go Garate" userId="6ce5b0a8a87044cc" providerId="LiveId" clId="{3FC3F052-3F8F-42D3-B8EA-956065AA0F0F}"/>
    <pc:docChg chg="undo custSel addSld modSld sldOrd">
      <pc:chgData name="Diego Garate" userId="6ce5b0a8a87044cc" providerId="LiveId" clId="{3FC3F052-3F8F-42D3-B8EA-956065AA0F0F}" dt="2026-04-14T17:08:34.917" v="517" actId="313"/>
      <pc:docMkLst>
        <pc:docMk/>
      </pc:docMkLst>
      <pc:sldChg chg="modSp mod">
        <pc:chgData name="Diego Garate" userId="6ce5b0a8a87044cc" providerId="LiveId" clId="{3FC3F052-3F8F-42D3-B8EA-956065AA0F0F}" dt="2026-04-14T16:03:32.865" v="0" actId="1076"/>
        <pc:sldMkLst>
          <pc:docMk/>
          <pc:sldMk cId="0" sldId="256"/>
        </pc:sldMkLst>
        <pc:spChg chg="mod">
          <ac:chgData name="Diego Garate" userId="6ce5b0a8a87044cc" providerId="LiveId" clId="{3FC3F052-3F8F-42D3-B8EA-956065AA0F0F}" dt="2026-04-14T16:03:32.865" v="0" actId="1076"/>
          <ac:spMkLst>
            <pc:docMk/>
            <pc:sldMk cId="0" sldId="256"/>
            <ac:spMk id="6" creationId="{00000000-0000-0000-0000-000000000000}"/>
          </ac:spMkLst>
        </pc:spChg>
      </pc:sldChg>
      <pc:sldChg chg="modSp mod">
        <pc:chgData name="Diego Garate" userId="6ce5b0a8a87044cc" providerId="LiveId" clId="{3FC3F052-3F8F-42D3-B8EA-956065AA0F0F}" dt="2026-04-14T16:09:11.926" v="25" actId="20577"/>
        <pc:sldMkLst>
          <pc:docMk/>
          <pc:sldMk cId="0" sldId="257"/>
        </pc:sldMkLst>
        <pc:spChg chg="mod">
          <ac:chgData name="Diego Garate" userId="6ce5b0a8a87044cc" providerId="LiveId" clId="{3FC3F052-3F8F-42D3-B8EA-956065AA0F0F}" dt="2026-04-14T16:09:11.926" v="25" actId="20577"/>
          <ac:spMkLst>
            <pc:docMk/>
            <pc:sldMk cId="0" sldId="257"/>
            <ac:spMk id="19" creationId="{00000000-0000-0000-0000-000000000000}"/>
          </ac:spMkLst>
        </pc:spChg>
      </pc:sldChg>
      <pc:sldChg chg="modSp mod">
        <pc:chgData name="Diego Garate" userId="6ce5b0a8a87044cc" providerId="LiveId" clId="{3FC3F052-3F8F-42D3-B8EA-956065AA0F0F}" dt="2026-04-14T16:22:57.852" v="34" actId="1367"/>
        <pc:sldMkLst>
          <pc:docMk/>
          <pc:sldMk cId="0" sldId="258"/>
        </pc:sldMkLst>
        <pc:spChg chg="mod">
          <ac:chgData name="Diego Garate" userId="6ce5b0a8a87044cc" providerId="LiveId" clId="{3FC3F052-3F8F-42D3-B8EA-956065AA0F0F}" dt="2026-04-14T16:09:17.541" v="26" actId="1076"/>
          <ac:spMkLst>
            <pc:docMk/>
            <pc:sldMk cId="0" sldId="258"/>
            <ac:spMk id="3" creationId="{00000000-0000-0000-0000-000000000000}"/>
          </ac:spMkLst>
        </pc:spChg>
        <pc:spChg chg="mod">
          <ac:chgData name="Diego Garate" userId="6ce5b0a8a87044cc" providerId="LiveId" clId="{3FC3F052-3F8F-42D3-B8EA-956065AA0F0F}" dt="2026-04-14T16:22:51.888" v="33" actId="207"/>
          <ac:spMkLst>
            <pc:docMk/>
            <pc:sldMk cId="0" sldId="258"/>
            <ac:spMk id="6" creationId="{00000000-0000-0000-0000-000000000000}"/>
          </ac:spMkLst>
        </pc:spChg>
        <pc:picChg chg="mod">
          <ac:chgData name="Diego Garate" userId="6ce5b0a8a87044cc" providerId="LiveId" clId="{3FC3F052-3F8F-42D3-B8EA-956065AA0F0F}" dt="2026-04-14T16:22:57.852" v="34" actId="1367"/>
          <ac:picMkLst>
            <pc:docMk/>
            <pc:sldMk cId="0" sldId="258"/>
            <ac:picMk id="5" creationId="{00000000-0000-0000-0000-000000000000}"/>
          </ac:picMkLst>
        </pc:picChg>
      </pc:sldChg>
      <pc:sldChg chg="modSp mod">
        <pc:chgData name="Diego Garate" userId="6ce5b0a8a87044cc" providerId="LiveId" clId="{3FC3F052-3F8F-42D3-B8EA-956065AA0F0F}" dt="2026-04-14T16:23:41.138" v="41" actId="20577"/>
        <pc:sldMkLst>
          <pc:docMk/>
          <pc:sldMk cId="0" sldId="260"/>
        </pc:sldMkLst>
        <pc:spChg chg="mod">
          <ac:chgData name="Diego Garate" userId="6ce5b0a8a87044cc" providerId="LiveId" clId="{3FC3F052-3F8F-42D3-B8EA-956065AA0F0F}" dt="2026-04-14T16:21:48.010" v="28" actId="1076"/>
          <ac:spMkLst>
            <pc:docMk/>
            <pc:sldMk cId="0" sldId="260"/>
            <ac:spMk id="3" creationId="{00000000-0000-0000-0000-000000000000}"/>
          </ac:spMkLst>
        </pc:spChg>
        <pc:spChg chg="mod">
          <ac:chgData name="Diego Garate" userId="6ce5b0a8a87044cc" providerId="LiveId" clId="{3FC3F052-3F8F-42D3-B8EA-956065AA0F0F}" dt="2026-04-14T16:23:03.384" v="35" actId="14100"/>
          <ac:spMkLst>
            <pc:docMk/>
            <pc:sldMk cId="0" sldId="260"/>
            <ac:spMk id="7" creationId="{00000000-0000-0000-0000-000000000000}"/>
          </ac:spMkLst>
        </pc:spChg>
        <pc:spChg chg="mod">
          <ac:chgData name="Diego Garate" userId="6ce5b0a8a87044cc" providerId="LiveId" clId="{3FC3F052-3F8F-42D3-B8EA-956065AA0F0F}" dt="2026-04-14T16:23:41.138" v="41" actId="20577"/>
          <ac:spMkLst>
            <pc:docMk/>
            <pc:sldMk cId="0" sldId="260"/>
            <ac:spMk id="8" creationId="{00000000-0000-0000-0000-000000000000}"/>
          </ac:spMkLst>
        </pc:spChg>
      </pc:sldChg>
      <pc:sldChg chg="modSp mod">
        <pc:chgData name="Diego Garate" userId="6ce5b0a8a87044cc" providerId="LiveId" clId="{3FC3F052-3F8F-42D3-B8EA-956065AA0F0F}" dt="2026-04-14T16:33:11.827" v="56" actId="20577"/>
        <pc:sldMkLst>
          <pc:docMk/>
          <pc:sldMk cId="0" sldId="261"/>
        </pc:sldMkLst>
        <pc:spChg chg="mod">
          <ac:chgData name="Diego Garate" userId="6ce5b0a8a87044cc" providerId="LiveId" clId="{3FC3F052-3F8F-42D3-B8EA-956065AA0F0F}" dt="2026-04-14T16:32:51.691" v="50" actId="20577"/>
          <ac:spMkLst>
            <pc:docMk/>
            <pc:sldMk cId="0" sldId="261"/>
            <ac:spMk id="2" creationId="{00000000-0000-0000-0000-000000000000}"/>
          </ac:spMkLst>
        </pc:spChg>
        <pc:spChg chg="mod">
          <ac:chgData name="Diego Garate" userId="6ce5b0a8a87044cc" providerId="LiveId" clId="{3FC3F052-3F8F-42D3-B8EA-956065AA0F0F}" dt="2026-04-14T16:32:55.385" v="51" actId="1076"/>
          <ac:spMkLst>
            <pc:docMk/>
            <pc:sldMk cId="0" sldId="261"/>
            <ac:spMk id="3" creationId="{00000000-0000-0000-0000-000000000000}"/>
          </ac:spMkLst>
        </pc:spChg>
        <pc:spChg chg="mod">
          <ac:chgData name="Diego Garate" userId="6ce5b0a8a87044cc" providerId="LiveId" clId="{3FC3F052-3F8F-42D3-B8EA-956065AA0F0F}" dt="2026-04-14T16:32:45.222" v="49" actId="20577"/>
          <ac:spMkLst>
            <pc:docMk/>
            <pc:sldMk cId="0" sldId="261"/>
            <ac:spMk id="6" creationId="{00000000-0000-0000-0000-000000000000}"/>
          </ac:spMkLst>
        </pc:spChg>
        <pc:spChg chg="mod">
          <ac:chgData name="Diego Garate" userId="6ce5b0a8a87044cc" providerId="LiveId" clId="{3FC3F052-3F8F-42D3-B8EA-956065AA0F0F}" dt="2026-04-14T16:33:11.827" v="56" actId="20577"/>
          <ac:spMkLst>
            <pc:docMk/>
            <pc:sldMk cId="0" sldId="261"/>
            <ac:spMk id="15" creationId="{00000000-0000-0000-0000-000000000000}"/>
          </ac:spMkLst>
        </pc:spChg>
      </pc:sldChg>
      <pc:sldChg chg="modSp mod">
        <pc:chgData name="Diego Garate" userId="6ce5b0a8a87044cc" providerId="LiveId" clId="{3FC3F052-3F8F-42D3-B8EA-956065AA0F0F}" dt="2026-04-14T16:53:59.685" v="184" actId="1036"/>
        <pc:sldMkLst>
          <pc:docMk/>
          <pc:sldMk cId="0" sldId="262"/>
        </pc:sldMkLst>
        <pc:spChg chg="mod">
          <ac:chgData name="Diego Garate" userId="6ce5b0a8a87044cc" providerId="LiveId" clId="{3FC3F052-3F8F-42D3-B8EA-956065AA0F0F}" dt="2026-04-14T16:32:20.962" v="46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Diego Garate" userId="6ce5b0a8a87044cc" providerId="LiveId" clId="{3FC3F052-3F8F-42D3-B8EA-956065AA0F0F}" dt="2026-04-14T16:32:27.178" v="47" actId="1076"/>
          <ac:spMkLst>
            <pc:docMk/>
            <pc:sldMk cId="0" sldId="262"/>
            <ac:spMk id="3" creationId="{00000000-0000-0000-0000-000000000000}"/>
          </ac:spMkLst>
        </pc:spChg>
        <pc:spChg chg="mod">
          <ac:chgData name="Diego Garate" userId="6ce5b0a8a87044cc" providerId="LiveId" clId="{3FC3F052-3F8F-42D3-B8EA-956065AA0F0F}" dt="2026-04-14T16:53:59.685" v="184" actId="1036"/>
          <ac:spMkLst>
            <pc:docMk/>
            <pc:sldMk cId="0" sldId="262"/>
            <ac:spMk id="5" creationId="{00000000-0000-0000-0000-000000000000}"/>
          </ac:spMkLst>
        </pc:spChg>
        <pc:spChg chg="mod">
          <ac:chgData name="Diego Garate" userId="6ce5b0a8a87044cc" providerId="LiveId" clId="{3FC3F052-3F8F-42D3-B8EA-956065AA0F0F}" dt="2026-04-14T16:52:59.905" v="179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Diego Garate" userId="6ce5b0a8a87044cc" providerId="LiveId" clId="{3FC3F052-3F8F-42D3-B8EA-956065AA0F0F}" dt="2026-04-14T16:52:59.905" v="179" actId="1076"/>
          <ac:spMkLst>
            <pc:docMk/>
            <pc:sldMk cId="0" sldId="262"/>
            <ac:spMk id="7" creationId="{00000000-0000-0000-0000-000000000000}"/>
          </ac:spMkLst>
        </pc:spChg>
        <pc:spChg chg="mod">
          <ac:chgData name="Diego Garate" userId="6ce5b0a8a87044cc" providerId="LiveId" clId="{3FC3F052-3F8F-42D3-B8EA-956065AA0F0F}" dt="2026-04-14T16:52:59.905" v="179" actId="1076"/>
          <ac:spMkLst>
            <pc:docMk/>
            <pc:sldMk cId="0" sldId="262"/>
            <ac:spMk id="8" creationId="{00000000-0000-0000-0000-000000000000}"/>
          </ac:spMkLst>
        </pc:spChg>
        <pc:spChg chg="mod">
          <ac:chgData name="Diego Garate" userId="6ce5b0a8a87044cc" providerId="LiveId" clId="{3FC3F052-3F8F-42D3-B8EA-956065AA0F0F}" dt="2026-04-14T16:52:59.905" v="179" actId="1076"/>
          <ac:spMkLst>
            <pc:docMk/>
            <pc:sldMk cId="0" sldId="262"/>
            <ac:spMk id="9" creationId="{00000000-0000-0000-0000-000000000000}"/>
          </ac:spMkLst>
        </pc:spChg>
        <pc:spChg chg="mod">
          <ac:chgData name="Diego Garate" userId="6ce5b0a8a87044cc" providerId="LiveId" clId="{3FC3F052-3F8F-42D3-B8EA-956065AA0F0F}" dt="2026-04-14T16:52:59.905" v="179" actId="1076"/>
          <ac:spMkLst>
            <pc:docMk/>
            <pc:sldMk cId="0" sldId="262"/>
            <ac:spMk id="11" creationId="{00000000-0000-0000-0000-000000000000}"/>
          </ac:spMkLst>
        </pc:spChg>
        <pc:spChg chg="mod">
          <ac:chgData name="Diego Garate" userId="6ce5b0a8a87044cc" providerId="LiveId" clId="{3FC3F052-3F8F-42D3-B8EA-956065AA0F0F}" dt="2026-04-14T16:52:59.905" v="179" actId="1076"/>
          <ac:spMkLst>
            <pc:docMk/>
            <pc:sldMk cId="0" sldId="262"/>
            <ac:spMk id="12" creationId="{00000000-0000-0000-0000-000000000000}"/>
          </ac:spMkLst>
        </pc:spChg>
        <pc:spChg chg="mod">
          <ac:chgData name="Diego Garate" userId="6ce5b0a8a87044cc" providerId="LiveId" clId="{3FC3F052-3F8F-42D3-B8EA-956065AA0F0F}" dt="2026-04-14T16:52:59.905" v="179" actId="1076"/>
          <ac:spMkLst>
            <pc:docMk/>
            <pc:sldMk cId="0" sldId="262"/>
            <ac:spMk id="13" creationId="{00000000-0000-0000-0000-000000000000}"/>
          </ac:spMkLst>
        </pc:spChg>
        <pc:spChg chg="mod">
          <ac:chgData name="Diego Garate" userId="6ce5b0a8a87044cc" providerId="LiveId" clId="{3FC3F052-3F8F-42D3-B8EA-956065AA0F0F}" dt="2026-04-14T16:52:59.905" v="179" actId="1076"/>
          <ac:spMkLst>
            <pc:docMk/>
            <pc:sldMk cId="0" sldId="262"/>
            <ac:spMk id="14" creationId="{00000000-0000-0000-0000-000000000000}"/>
          </ac:spMkLst>
        </pc:spChg>
        <pc:spChg chg="mod">
          <ac:chgData name="Diego Garate" userId="6ce5b0a8a87044cc" providerId="LiveId" clId="{3FC3F052-3F8F-42D3-B8EA-956065AA0F0F}" dt="2026-04-14T16:52:59.905" v="179" actId="1076"/>
          <ac:spMkLst>
            <pc:docMk/>
            <pc:sldMk cId="0" sldId="262"/>
            <ac:spMk id="15" creationId="{00000000-0000-0000-0000-000000000000}"/>
          </ac:spMkLst>
        </pc:spChg>
        <pc:spChg chg="mod">
          <ac:chgData name="Diego Garate" userId="6ce5b0a8a87044cc" providerId="LiveId" clId="{3FC3F052-3F8F-42D3-B8EA-956065AA0F0F}" dt="2026-04-14T16:52:59.905" v="179" actId="1076"/>
          <ac:spMkLst>
            <pc:docMk/>
            <pc:sldMk cId="0" sldId="262"/>
            <ac:spMk id="16" creationId="{00000000-0000-0000-0000-000000000000}"/>
          </ac:spMkLst>
        </pc:spChg>
        <pc:picChg chg="mod">
          <ac:chgData name="Diego Garate" userId="6ce5b0a8a87044cc" providerId="LiveId" clId="{3FC3F052-3F8F-42D3-B8EA-956065AA0F0F}" dt="2026-04-14T16:52:47.793" v="177" actId="1076"/>
          <ac:picMkLst>
            <pc:docMk/>
            <pc:sldMk cId="0" sldId="262"/>
            <ac:picMk id="4" creationId="{00000000-0000-0000-0000-000000000000}"/>
          </ac:picMkLst>
        </pc:picChg>
      </pc:sldChg>
      <pc:sldChg chg="modSp mod">
        <pc:chgData name="Diego Garate" userId="6ce5b0a8a87044cc" providerId="LiveId" clId="{3FC3F052-3F8F-42D3-B8EA-956065AA0F0F}" dt="2026-04-14T16:54:41.506" v="198" actId="1036"/>
        <pc:sldMkLst>
          <pc:docMk/>
          <pc:sldMk cId="0" sldId="263"/>
        </pc:sldMkLst>
        <pc:spChg chg="mod">
          <ac:chgData name="Diego Garate" userId="6ce5b0a8a87044cc" providerId="LiveId" clId="{3FC3F052-3F8F-42D3-B8EA-956065AA0F0F}" dt="2026-04-14T16:54:41.506" v="198" actId="1036"/>
          <ac:spMkLst>
            <pc:docMk/>
            <pc:sldMk cId="0" sldId="263"/>
            <ac:spMk id="5" creationId="{00000000-0000-0000-0000-000000000000}"/>
          </ac:spMkLst>
        </pc:spChg>
      </pc:sldChg>
      <pc:sldChg chg="modSp mod">
        <pc:chgData name="Diego Garate" userId="6ce5b0a8a87044cc" providerId="LiveId" clId="{3FC3F052-3F8F-42D3-B8EA-956065AA0F0F}" dt="2026-04-14T16:59:43.777" v="216" actId="20577"/>
        <pc:sldMkLst>
          <pc:docMk/>
          <pc:sldMk cId="0" sldId="264"/>
        </pc:sldMkLst>
        <pc:spChg chg="mod">
          <ac:chgData name="Diego Garate" userId="6ce5b0a8a87044cc" providerId="LiveId" clId="{3FC3F052-3F8F-42D3-B8EA-956065AA0F0F}" dt="2026-04-14T16:57:38.400" v="199" actId="1076"/>
          <ac:spMkLst>
            <pc:docMk/>
            <pc:sldMk cId="0" sldId="264"/>
            <ac:spMk id="3" creationId="{00000000-0000-0000-0000-000000000000}"/>
          </ac:spMkLst>
        </pc:spChg>
        <pc:spChg chg="mod">
          <ac:chgData name="Diego Garate" userId="6ce5b0a8a87044cc" providerId="LiveId" clId="{3FC3F052-3F8F-42D3-B8EA-956065AA0F0F}" dt="2026-04-14T16:58:13.620" v="202" actId="207"/>
          <ac:spMkLst>
            <pc:docMk/>
            <pc:sldMk cId="0" sldId="264"/>
            <ac:spMk id="7" creationId="{00000000-0000-0000-0000-000000000000}"/>
          </ac:spMkLst>
        </pc:spChg>
        <pc:spChg chg="mod">
          <ac:chgData name="Diego Garate" userId="6ce5b0a8a87044cc" providerId="LiveId" clId="{3FC3F052-3F8F-42D3-B8EA-956065AA0F0F}" dt="2026-04-14T16:58:13.620" v="202" actId="207"/>
          <ac:spMkLst>
            <pc:docMk/>
            <pc:sldMk cId="0" sldId="264"/>
            <ac:spMk id="8" creationId="{00000000-0000-0000-0000-000000000000}"/>
          </ac:spMkLst>
        </pc:spChg>
        <pc:spChg chg="mod">
          <ac:chgData name="Diego Garate" userId="6ce5b0a8a87044cc" providerId="LiveId" clId="{3FC3F052-3F8F-42D3-B8EA-956065AA0F0F}" dt="2026-04-14T16:59:16.700" v="207" actId="207"/>
          <ac:spMkLst>
            <pc:docMk/>
            <pc:sldMk cId="0" sldId="264"/>
            <ac:spMk id="12" creationId="{00000000-0000-0000-0000-000000000000}"/>
          </ac:spMkLst>
        </pc:spChg>
        <pc:spChg chg="mod">
          <ac:chgData name="Diego Garate" userId="6ce5b0a8a87044cc" providerId="LiveId" clId="{3FC3F052-3F8F-42D3-B8EA-956065AA0F0F}" dt="2026-04-14T16:59:43.777" v="216" actId="20577"/>
          <ac:spMkLst>
            <pc:docMk/>
            <pc:sldMk cId="0" sldId="264"/>
            <ac:spMk id="13" creationId="{00000000-0000-0000-0000-000000000000}"/>
          </ac:spMkLst>
        </pc:spChg>
        <pc:picChg chg="mod">
          <ac:chgData name="Diego Garate" userId="6ce5b0a8a87044cc" providerId="LiveId" clId="{3FC3F052-3F8F-42D3-B8EA-956065AA0F0F}" dt="2026-04-14T16:58:24.624" v="203"/>
          <ac:picMkLst>
            <pc:docMk/>
            <pc:sldMk cId="0" sldId="264"/>
            <ac:picMk id="6" creationId="{00000000-0000-0000-0000-000000000000}"/>
          </ac:picMkLst>
        </pc:picChg>
        <pc:picChg chg="mod">
          <ac:chgData name="Diego Garate" userId="6ce5b0a8a87044cc" providerId="LiveId" clId="{3FC3F052-3F8F-42D3-B8EA-956065AA0F0F}" dt="2026-04-14T16:58:55.038" v="204" actId="1367"/>
          <ac:picMkLst>
            <pc:docMk/>
            <pc:sldMk cId="0" sldId="264"/>
            <ac:picMk id="11" creationId="{00000000-0000-0000-0000-000000000000}"/>
          </ac:picMkLst>
        </pc:picChg>
      </pc:sldChg>
      <pc:sldChg chg="addSp delSp modSp mod">
        <pc:chgData name="Diego Garate" userId="6ce5b0a8a87044cc" providerId="LiveId" clId="{3FC3F052-3F8F-42D3-B8EA-956065AA0F0F}" dt="2026-04-14T17:04:42.085" v="332" actId="20577"/>
        <pc:sldMkLst>
          <pc:docMk/>
          <pc:sldMk cId="0" sldId="265"/>
        </pc:sldMkLst>
        <pc:spChg chg="mod">
          <ac:chgData name="Diego Garate" userId="6ce5b0a8a87044cc" providerId="LiveId" clId="{3FC3F052-3F8F-42D3-B8EA-956065AA0F0F}" dt="2026-04-14T16:59:52.332" v="217" actId="1076"/>
          <ac:spMkLst>
            <pc:docMk/>
            <pc:sldMk cId="0" sldId="265"/>
            <ac:spMk id="3" creationId="{00000000-0000-0000-0000-000000000000}"/>
          </ac:spMkLst>
        </pc:spChg>
        <pc:spChg chg="mod">
          <ac:chgData name="Diego Garate" userId="6ce5b0a8a87044cc" providerId="LiveId" clId="{3FC3F052-3F8F-42D3-B8EA-956065AA0F0F}" dt="2026-04-14T17:01:37.332" v="227" actId="1076"/>
          <ac:spMkLst>
            <pc:docMk/>
            <pc:sldMk cId="0" sldId="265"/>
            <ac:spMk id="4" creationId="{00000000-0000-0000-0000-000000000000}"/>
          </ac:spMkLst>
        </pc:spChg>
        <pc:spChg chg="mod">
          <ac:chgData name="Diego Garate" userId="6ce5b0a8a87044cc" providerId="LiveId" clId="{3FC3F052-3F8F-42D3-B8EA-956065AA0F0F}" dt="2026-04-14T17:01:37.332" v="227" actId="1076"/>
          <ac:spMkLst>
            <pc:docMk/>
            <pc:sldMk cId="0" sldId="265"/>
            <ac:spMk id="7" creationId="{00000000-0000-0000-0000-000000000000}"/>
          </ac:spMkLst>
        </pc:spChg>
        <pc:spChg chg="mod">
          <ac:chgData name="Diego Garate" userId="6ce5b0a8a87044cc" providerId="LiveId" clId="{3FC3F052-3F8F-42D3-B8EA-956065AA0F0F}" dt="2026-04-14T17:01:37.332" v="227" actId="1076"/>
          <ac:spMkLst>
            <pc:docMk/>
            <pc:sldMk cId="0" sldId="265"/>
            <ac:spMk id="8" creationId="{00000000-0000-0000-0000-000000000000}"/>
          </ac:spMkLst>
        </pc:spChg>
        <pc:spChg chg="mod">
          <ac:chgData name="Diego Garate" userId="6ce5b0a8a87044cc" providerId="LiveId" clId="{3FC3F052-3F8F-42D3-B8EA-956065AA0F0F}" dt="2026-04-14T17:01:37.332" v="227" actId="1076"/>
          <ac:spMkLst>
            <pc:docMk/>
            <pc:sldMk cId="0" sldId="265"/>
            <ac:spMk id="10" creationId="{00000000-0000-0000-0000-000000000000}"/>
          </ac:spMkLst>
        </pc:spChg>
        <pc:spChg chg="mod">
          <ac:chgData name="Diego Garate" userId="6ce5b0a8a87044cc" providerId="LiveId" clId="{3FC3F052-3F8F-42D3-B8EA-956065AA0F0F}" dt="2026-04-14T17:01:37.332" v="227" actId="1076"/>
          <ac:spMkLst>
            <pc:docMk/>
            <pc:sldMk cId="0" sldId="265"/>
            <ac:spMk id="12" creationId="{00000000-0000-0000-0000-000000000000}"/>
          </ac:spMkLst>
        </pc:spChg>
        <pc:spChg chg="mod">
          <ac:chgData name="Diego Garate" userId="6ce5b0a8a87044cc" providerId="LiveId" clId="{3FC3F052-3F8F-42D3-B8EA-956065AA0F0F}" dt="2026-04-14T17:01:37.332" v="227" actId="1076"/>
          <ac:spMkLst>
            <pc:docMk/>
            <pc:sldMk cId="0" sldId="265"/>
            <ac:spMk id="13" creationId="{00000000-0000-0000-0000-000000000000}"/>
          </ac:spMkLst>
        </pc:spChg>
        <pc:spChg chg="mod">
          <ac:chgData name="Diego Garate" userId="6ce5b0a8a87044cc" providerId="LiveId" clId="{3FC3F052-3F8F-42D3-B8EA-956065AA0F0F}" dt="2026-04-14T17:01:37.762" v="228" actId="1076"/>
          <ac:spMkLst>
            <pc:docMk/>
            <pc:sldMk cId="0" sldId="265"/>
            <ac:spMk id="14" creationId="{00000000-0000-0000-0000-000000000000}"/>
          </ac:spMkLst>
        </pc:spChg>
        <pc:spChg chg="mod">
          <ac:chgData name="Diego Garate" userId="6ce5b0a8a87044cc" providerId="LiveId" clId="{3FC3F052-3F8F-42D3-B8EA-956065AA0F0F}" dt="2026-04-14T17:01:37.762" v="228" actId="1076"/>
          <ac:spMkLst>
            <pc:docMk/>
            <pc:sldMk cId="0" sldId="265"/>
            <ac:spMk id="15" creationId="{00000000-0000-0000-0000-000000000000}"/>
          </ac:spMkLst>
        </pc:spChg>
        <pc:spChg chg="mod">
          <ac:chgData name="Diego Garate" userId="6ce5b0a8a87044cc" providerId="LiveId" clId="{3FC3F052-3F8F-42D3-B8EA-956065AA0F0F}" dt="2026-04-14T17:02:01.685" v="276" actId="14100"/>
          <ac:spMkLst>
            <pc:docMk/>
            <pc:sldMk cId="0" sldId="265"/>
            <ac:spMk id="17" creationId="{00000000-0000-0000-0000-000000000000}"/>
          </ac:spMkLst>
        </pc:spChg>
        <pc:spChg chg="mod">
          <ac:chgData name="Diego Garate" userId="6ce5b0a8a87044cc" providerId="LiveId" clId="{3FC3F052-3F8F-42D3-B8EA-956065AA0F0F}" dt="2026-04-14T17:01:37.762" v="228" actId="1076"/>
          <ac:spMkLst>
            <pc:docMk/>
            <pc:sldMk cId="0" sldId="265"/>
            <ac:spMk id="18" creationId="{00000000-0000-0000-0000-000000000000}"/>
          </ac:spMkLst>
        </pc:spChg>
        <pc:spChg chg="add del">
          <ac:chgData name="Diego Garate" userId="6ce5b0a8a87044cc" providerId="LiveId" clId="{3FC3F052-3F8F-42D3-B8EA-956065AA0F0F}" dt="2026-04-14T17:01:38.482" v="229" actId="478"/>
          <ac:spMkLst>
            <pc:docMk/>
            <pc:sldMk cId="0" sldId="265"/>
            <ac:spMk id="19" creationId="{00000000-0000-0000-0000-000000000000}"/>
          </ac:spMkLst>
        </pc:spChg>
        <pc:spChg chg="add del">
          <ac:chgData name="Diego Garate" userId="6ce5b0a8a87044cc" providerId="LiveId" clId="{3FC3F052-3F8F-42D3-B8EA-956065AA0F0F}" dt="2026-04-14T17:01:38.482" v="229" actId="478"/>
          <ac:spMkLst>
            <pc:docMk/>
            <pc:sldMk cId="0" sldId="265"/>
            <ac:spMk id="20" creationId="{00000000-0000-0000-0000-000000000000}"/>
          </ac:spMkLst>
        </pc:spChg>
        <pc:spChg chg="add del mod">
          <ac:chgData name="Diego Garate" userId="6ce5b0a8a87044cc" providerId="LiveId" clId="{3FC3F052-3F8F-42D3-B8EA-956065AA0F0F}" dt="2026-04-14T17:02:21.443" v="318" actId="20577"/>
          <ac:spMkLst>
            <pc:docMk/>
            <pc:sldMk cId="0" sldId="265"/>
            <ac:spMk id="22" creationId="{00000000-0000-0000-0000-000000000000}"/>
          </ac:spMkLst>
        </pc:spChg>
        <pc:spChg chg="add del mod">
          <ac:chgData name="Diego Garate" userId="6ce5b0a8a87044cc" providerId="LiveId" clId="{3FC3F052-3F8F-42D3-B8EA-956065AA0F0F}" dt="2026-04-14T17:04:42.085" v="332" actId="20577"/>
          <ac:spMkLst>
            <pc:docMk/>
            <pc:sldMk cId="0" sldId="265"/>
            <ac:spMk id="23" creationId="{00000000-0000-0000-0000-000000000000}"/>
          </ac:spMkLst>
        </pc:spChg>
        <pc:picChg chg="mod">
          <ac:chgData name="Diego Garate" userId="6ce5b0a8a87044cc" providerId="LiveId" clId="{3FC3F052-3F8F-42D3-B8EA-956065AA0F0F}" dt="2026-04-14T17:01:37.762" v="228" actId="1076"/>
          <ac:picMkLst>
            <pc:docMk/>
            <pc:sldMk cId="0" sldId="265"/>
            <ac:picMk id="16" creationId="{00000000-0000-0000-0000-000000000000}"/>
          </ac:picMkLst>
        </pc:picChg>
        <pc:picChg chg="add del">
          <ac:chgData name="Diego Garate" userId="6ce5b0a8a87044cc" providerId="LiveId" clId="{3FC3F052-3F8F-42D3-B8EA-956065AA0F0F}" dt="2026-04-14T17:01:38.482" v="229" actId="478"/>
          <ac:picMkLst>
            <pc:docMk/>
            <pc:sldMk cId="0" sldId="265"/>
            <ac:picMk id="21" creationId="{00000000-0000-0000-0000-000000000000}"/>
          </ac:picMkLst>
        </pc:picChg>
      </pc:sldChg>
      <pc:sldChg chg="modSp mod">
        <pc:chgData name="Diego Garate" userId="6ce5b0a8a87044cc" providerId="LiveId" clId="{3FC3F052-3F8F-42D3-B8EA-956065AA0F0F}" dt="2026-04-14T17:08:34.917" v="517" actId="313"/>
        <pc:sldMkLst>
          <pc:docMk/>
          <pc:sldMk cId="0" sldId="266"/>
        </pc:sldMkLst>
        <pc:spChg chg="mod">
          <ac:chgData name="Diego Garate" userId="6ce5b0a8a87044cc" providerId="LiveId" clId="{3FC3F052-3F8F-42D3-B8EA-956065AA0F0F}" dt="2026-04-14T17:08:34.917" v="517" actId="313"/>
          <ac:spMkLst>
            <pc:docMk/>
            <pc:sldMk cId="0" sldId="266"/>
            <ac:spMk id="14" creationId="{00000000-0000-0000-0000-000000000000}"/>
          </ac:spMkLst>
        </pc:spChg>
      </pc:sldChg>
      <pc:sldChg chg="addSp modSp new mod ord">
        <pc:chgData name="Diego Garate" userId="6ce5b0a8a87044cc" providerId="LiveId" clId="{3FC3F052-3F8F-42D3-B8EA-956065AA0F0F}" dt="2026-04-14T16:39:56.504" v="176" actId="1036"/>
        <pc:sldMkLst>
          <pc:docMk/>
          <pc:sldMk cId="3915225640" sldId="268"/>
        </pc:sldMkLst>
        <pc:spChg chg="add mod">
          <ac:chgData name="Diego Garate" userId="6ce5b0a8a87044cc" providerId="LiveId" clId="{3FC3F052-3F8F-42D3-B8EA-956065AA0F0F}" dt="2026-04-14T16:38:40.564" v="149" actId="1076"/>
          <ac:spMkLst>
            <pc:docMk/>
            <pc:sldMk cId="3915225640" sldId="268"/>
            <ac:spMk id="4" creationId="{00EA9564-C3CC-87B9-B222-E63CF4E3B221}"/>
          </ac:spMkLst>
        </pc:spChg>
        <pc:spChg chg="add mod">
          <ac:chgData name="Diego Garate" userId="6ce5b0a8a87044cc" providerId="LiveId" clId="{3FC3F052-3F8F-42D3-B8EA-956065AA0F0F}" dt="2026-04-14T16:38:40.564" v="149" actId="1076"/>
          <ac:spMkLst>
            <pc:docMk/>
            <pc:sldMk cId="3915225640" sldId="268"/>
            <ac:spMk id="5" creationId="{E2F1EA91-9A17-47CE-DA38-F7A408DE106A}"/>
          </ac:spMkLst>
        </pc:spChg>
        <pc:picChg chg="add mod">
          <ac:chgData name="Diego Garate" userId="6ce5b0a8a87044cc" providerId="LiveId" clId="{3FC3F052-3F8F-42D3-B8EA-956065AA0F0F}" dt="2026-04-14T16:39:56.504" v="176" actId="1036"/>
          <ac:picMkLst>
            <pc:docMk/>
            <pc:sldMk cId="3915225640" sldId="268"/>
            <ac:picMk id="3" creationId="{22028C47-6E93-9485-0CE9-AF5AAD3223B9}"/>
          </ac:picMkLst>
        </pc:picChg>
        <pc:picChg chg="add mod">
          <ac:chgData name="Diego Garate" userId="6ce5b0a8a87044cc" providerId="LiveId" clId="{3FC3F052-3F8F-42D3-B8EA-956065AA0F0F}" dt="2026-04-14T16:39:56.504" v="176" actId="1036"/>
          <ac:picMkLst>
            <pc:docMk/>
            <pc:sldMk cId="3915225640" sldId="268"/>
            <ac:picMk id="7" creationId="{EC896D1D-62DA-1011-5F43-4F0707E13DB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1826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286000" cy="2286000"/>
          </a:xfrm>
          <a:prstGeom prst="ellipse">
            <a:avLst/>
          </a:prstGeom>
          <a:solidFill>
            <a:srgbClr val="0D47A1">
              <a:alpha val="3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0D47A1">
              <a:alpha val="30000"/>
            </a:srgbClr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09728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2860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SIMPLICIDAD Y DISEÑO SEGURO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3291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3: Desarrollo de Software Seguro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Objetivos de la Sesión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828800" cy="4572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7680960" cy="5943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73152" cy="59436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58191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55448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 la relación entre complejidad y vulnerabilidades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31520" y="2194560"/>
            <a:ext cx="7680960" cy="5943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" name="Shape 6"/>
          <p:cNvSpPr/>
          <p:nvPr/>
        </p:nvSpPr>
        <p:spPr>
          <a:xfrm>
            <a:off x="731520" y="2194560"/>
            <a:ext cx="73152" cy="59436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313432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228600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el principio de economía de mecanismos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731520" y="2926080"/>
            <a:ext cx="7680960" cy="5943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Shape 9"/>
          <p:cNvSpPr/>
          <p:nvPr/>
        </p:nvSpPr>
        <p:spPr>
          <a:xfrm>
            <a:off x="731520" y="2926080"/>
            <a:ext cx="73152" cy="59436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044952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54480" y="301752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sistemas que minimicen mecanismos comunes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731520" y="3657600"/>
            <a:ext cx="7680960" cy="5943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7" name="Shape 12"/>
          <p:cNvSpPr/>
          <p:nvPr/>
        </p:nvSpPr>
        <p:spPr>
          <a:xfrm>
            <a:off x="731520" y="3657600"/>
            <a:ext cx="73152" cy="59436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776472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54480" y="374904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principios de diseño abierto y previsible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Complejidad: El Enemigo de la Seguridad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54873"/>
            <a:ext cx="1828800" cy="4572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solidFill>
            <a:srgbClr val="E53935">
              <a:alpha val="90000"/>
            </a:srgbClr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731520" y="141732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46304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complejidad = Mayor superficie de ataque = Más vulnerabilidades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de la Complejidad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31520" y="2834640"/>
            <a:ext cx="2377440" cy="14630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" name="Shape 6"/>
          <p:cNvSpPr/>
          <p:nvPr/>
        </p:nvSpPr>
        <p:spPr>
          <a:xfrm>
            <a:off x="731520" y="2834640"/>
            <a:ext cx="2377440" cy="91440"/>
          </a:xfrm>
          <a:prstGeom prst="rect">
            <a:avLst/>
          </a:prstGeom>
          <a:solidFill>
            <a:srgbClr val="E53935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0" name="Text 7"/>
          <p:cNvSpPr/>
          <p:nvPr/>
        </p:nvSpPr>
        <p:spPr>
          <a:xfrm>
            <a:off x="914400" y="31089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539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70%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914400" y="3657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vulnerabilidades se introducen en diseño/desarrollo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474720" y="2834640"/>
            <a:ext cx="2377440" cy="14630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Shape 10"/>
          <p:cNvSpPr/>
          <p:nvPr/>
        </p:nvSpPr>
        <p:spPr>
          <a:xfrm>
            <a:off x="3474720" y="2834640"/>
            <a:ext cx="2377440" cy="91440"/>
          </a:xfrm>
          <a:prstGeom prst="rect">
            <a:avLst/>
          </a:prstGeom>
          <a:solidFill>
            <a:srgbClr val="E53935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4" name="Text 11"/>
          <p:cNvSpPr/>
          <p:nvPr/>
        </p:nvSpPr>
        <p:spPr>
          <a:xfrm>
            <a:off x="3657600" y="31089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539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3-5x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3657600" y="3657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costoso corregir bugs en producción vs diseño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217920" y="2834640"/>
            <a:ext cx="2377440" cy="14630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7" name="Shape 14"/>
          <p:cNvSpPr/>
          <p:nvPr/>
        </p:nvSpPr>
        <p:spPr>
          <a:xfrm>
            <a:off x="6217920" y="2834640"/>
            <a:ext cx="2377440" cy="91440"/>
          </a:xfrm>
          <a:prstGeom prst="rect">
            <a:avLst/>
          </a:prstGeom>
          <a:solidFill>
            <a:srgbClr val="E53935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8" name="Text 15"/>
          <p:cNvSpPr/>
          <p:nvPr/>
        </p:nvSpPr>
        <p:spPr>
          <a:xfrm>
            <a:off x="6400800" y="31089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539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50%</a:t>
            </a:r>
            <a:endParaRPr lang="en-US" sz="3600" dirty="0"/>
          </a:p>
        </p:txBody>
      </p:sp>
      <p:sp>
        <p:nvSpPr>
          <p:cNvPr id="19" name="Text 16"/>
          <p:cNvSpPr/>
          <p:nvPr/>
        </p:nvSpPr>
        <p:spPr>
          <a:xfrm>
            <a:off x="6400800" y="3657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proyectos fallan por complejidad excesiva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Principio 1: Economy of Mechanism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828800" cy="4572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173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41732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 el diseño lo más simple y pequeño posible. Menos código = Menos bugs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2286000"/>
            <a:ext cx="3931920" cy="210312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" name="Shape 5"/>
          <p:cNvSpPr/>
          <p:nvPr/>
        </p:nvSpPr>
        <p:spPr>
          <a:xfrm>
            <a:off x="457200" y="2286000"/>
            <a:ext cx="3931920" cy="9144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" name="Text 6"/>
          <p:cNvSpPr/>
          <p:nvPr/>
        </p:nvSpPr>
        <p:spPr>
          <a:xfrm>
            <a:off x="640080" y="2468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Diseño Simple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31520" y="28803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Fácil de entender y revisar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32004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Menos puntos de fallo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1520" y="35204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Testing más efectivo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1520" y="3840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Mantenimiento sencillo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31520" y="4160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Auditoría de seguridad viable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754880" y="2286000"/>
            <a:ext cx="3931920" cy="210312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6" name="Shape 13"/>
          <p:cNvSpPr/>
          <p:nvPr/>
        </p:nvSpPr>
        <p:spPr>
          <a:xfrm>
            <a:off x="4754880" y="2286000"/>
            <a:ext cx="3931920" cy="91440"/>
          </a:xfrm>
          <a:prstGeom prst="rect">
            <a:avLst/>
          </a:prstGeom>
          <a:solidFill>
            <a:srgbClr val="E53935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7" name="Text 14"/>
          <p:cNvSpPr/>
          <p:nvPr/>
        </p:nvSpPr>
        <p:spPr>
          <a:xfrm>
            <a:off x="4937760" y="2468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Diseño Complejo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029200" y="28803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Difícil de comprender completamente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029200" y="32004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Múltiples puntos de fallo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029200" y="35204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Testing incompleto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029200" y="3840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Mantenimiento costoso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029200" y="4160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Imposible auditar todo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2028C47-6E93-9485-0CE9-AF5AAD322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873" y="756828"/>
            <a:ext cx="5562307" cy="359542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00EA9564-C3CC-87B9-B222-E63CF4E3B221}"/>
              </a:ext>
            </a:extLst>
          </p:cNvPr>
          <p:cNvSpPr/>
          <p:nvPr/>
        </p:nvSpPr>
        <p:spPr>
          <a:xfrm>
            <a:off x="620233" y="1843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</a:rPr>
              <a:t>Simple Design vs Complex Design</a:t>
            </a:r>
            <a:endParaRPr lang="en-US" sz="3200" dirty="0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E2F1EA91-9A17-47CE-DA38-F7A408DE106A}"/>
              </a:ext>
            </a:extLst>
          </p:cNvPr>
          <p:cNvSpPr/>
          <p:nvPr/>
        </p:nvSpPr>
        <p:spPr>
          <a:xfrm>
            <a:off x="620233" y="567070"/>
            <a:ext cx="1828800" cy="4572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C896D1D-62DA-1011-5F43-4F0707E13D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1854" y="3253559"/>
            <a:ext cx="6015801" cy="170903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915225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Principio 2: Minimize Common Mechanism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17836"/>
            <a:ext cx="1828800" cy="4572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28016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194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Minimizar los mecanismos compartidos entre usuarios o componentes para reducir el riesgo de compromiso masivo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de los Recursos Compartidos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57200" y="3313103"/>
            <a:ext cx="8229600" cy="1166747"/>
          </a:xfrm>
          <a:prstGeom prst="rect">
            <a:avLst/>
          </a:prstGeom>
          <a:solidFill>
            <a:srgbClr val="E53935">
              <a:alpha val="9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" name="Text 5"/>
          <p:cNvSpPr/>
          <p:nvPr/>
        </p:nvSpPr>
        <p:spPr>
          <a:xfrm>
            <a:off x="731520" y="34290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Escenario: </a:t>
            </a: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Múltiples usuarios comparten el mismo componente de autenticación o cache</a:t>
            </a:r>
            <a:endParaRPr lang="en-US" sz="13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Riesgo: </a:t>
            </a: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atacante compromete ese componente, puede afectar a TODOS los usuarios que lo comparten</a:t>
            </a:r>
            <a:endParaRPr lang="en-US" sz="13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real: </a:t>
            </a: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 en biblioteca compartida afecta miles de aplicaciones (Log4Shell)</a:t>
            </a:r>
            <a:endParaRPr lang="en-US" sz="13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Principio 3: Least Astonishment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93776" y="972170"/>
            <a:ext cx="1828800" cy="4572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173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41732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debe comportarse de manera predecible e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intuitiva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b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Sorpresas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Errores de uso = Vulnerabilidades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2286000"/>
            <a:ext cx="8229600" cy="10058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" name="Shape 5"/>
          <p:cNvSpPr/>
          <p:nvPr/>
        </p:nvSpPr>
        <p:spPr>
          <a:xfrm>
            <a:off x="457200" y="2286000"/>
            <a:ext cx="73152" cy="1005840"/>
          </a:xfrm>
          <a:prstGeom prst="rect">
            <a:avLst/>
          </a:prstGeom>
          <a:solidFill>
            <a:srgbClr val="E53935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" name="Text 6"/>
          <p:cNvSpPr/>
          <p:nvPr/>
        </p:nvSpPr>
        <p:spPr>
          <a:xfrm>
            <a:off x="731520" y="23774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Comportamiento Sorprendente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26517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deleteUser() que NO elimina, solo marca como inactivo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29260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Desarrollador asume que los datos fueron eliminados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3474720"/>
            <a:ext cx="8229600" cy="10058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Shape 10"/>
          <p:cNvSpPr/>
          <p:nvPr/>
        </p:nvSpPr>
        <p:spPr>
          <a:xfrm>
            <a:off x="457200" y="3474720"/>
            <a:ext cx="73152" cy="100584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4" name="Text 11"/>
          <p:cNvSpPr/>
          <p:nvPr/>
        </p:nvSpPr>
        <p:spPr>
          <a:xfrm>
            <a:off x="731520" y="35661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Comportamiento Predecible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31520" y="384048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</a:t>
            </a: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hardDeleteUser</a:t>
            </a: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 elimina permanentemente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31520" y="41148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Función softDeleteUser() marca como inactivo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632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Principio 4: Open Design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54964"/>
            <a:ext cx="1828800" cy="4572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124712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840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seguridad de un mecanismo no debe depender del secreto de su diseño o implementación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2550467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by Obscurity vs Security by Design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57200" y="3099107"/>
            <a:ext cx="3931920" cy="13716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" name="Shape 5"/>
          <p:cNvSpPr/>
          <p:nvPr/>
        </p:nvSpPr>
        <p:spPr>
          <a:xfrm>
            <a:off x="457200" y="3099107"/>
            <a:ext cx="3931920" cy="73152"/>
          </a:xfrm>
          <a:prstGeom prst="rect">
            <a:avLst/>
          </a:prstGeom>
          <a:solidFill>
            <a:srgbClr val="E53935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" name="Text 6"/>
          <p:cNvSpPr/>
          <p:nvPr/>
        </p:nvSpPr>
        <p:spPr>
          <a:xfrm>
            <a:off x="640080" y="3236267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Security by Obscurity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3510587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Confiar en que nadie descubrirá cómo funciona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31520" y="3784907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Algoritmos de cifrado propietarios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Puertos no estándar como defensa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Ofuscación como único control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54880" y="3099107"/>
            <a:ext cx="3931920" cy="13716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Shape 10"/>
          <p:cNvSpPr/>
          <p:nvPr/>
        </p:nvSpPr>
        <p:spPr>
          <a:xfrm>
            <a:off x="4754880" y="3099107"/>
            <a:ext cx="3931920" cy="73152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4" name="Text 11"/>
          <p:cNvSpPr/>
          <p:nvPr/>
        </p:nvSpPr>
        <p:spPr>
          <a:xfrm>
            <a:off x="4937760" y="3236267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Security by Design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937760" y="3510587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Asumir que el diseño es conocido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029200" y="3784907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Algoritmos probados públicamente (AES)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Seguridad en capas, no en secretos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Cryptografía con claves, no con oscuridad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Principio de Kerckhoffs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828800" cy="4572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1188720" y="1511242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 criptosistema debe ser seguro incluso si todo sobre el sistema, excepto la clave, es de conocimiento público"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Auguste Kerckhoffs, 1883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Moderna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Criptografía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68880" y="3108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Usar AES-256 con clave fuerte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52160" y="31089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Crear algoritmo propio 'secreto'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640080" y="3657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68880" y="3657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OAuth 2.0 / OIDC con tokens seguros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52160" y="36576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Sistema de login custom sin estándares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640080" y="4206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468880" y="4206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Documentar API públicamente, autenticación por tokens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52160" y="42062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URLs 'secretas' sin autenticación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Caso de Estudio: Diseño Sobre-Complejo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65860"/>
            <a:ext cx="1828800" cy="4572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4114800" cy="2651760"/>
          </a:xfrm>
          <a:prstGeom prst="rect">
            <a:avLst/>
          </a:prstGeom>
          <a:solidFill>
            <a:srgbClr val="E53935">
              <a:alpha val="90000"/>
            </a:srgbClr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103120" y="19202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5603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Autenticación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731520" y="288036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 métodos de autenticación diferentes</a:t>
            </a:r>
            <a:endParaRPr lang="en-US" sz="1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 sistemas de caché independientes</a:t>
            </a:r>
            <a:endParaRPr lang="en-US" sz="1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Lógica de sesiones en 7 lugares</a:t>
            </a:r>
            <a:endParaRPr lang="en-US" sz="1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 bases de datos de usuarios</a:t>
            </a:r>
            <a:endParaRPr lang="en-US" sz="1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Imposible auditar, múltiples bugs de seguridad, mantenimiento costoso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4846320" y="1280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Simplificada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846320" y="1737360"/>
            <a:ext cx="3840480" cy="2651760"/>
          </a:xfrm>
          <a:prstGeom prst="rect">
            <a:avLst/>
          </a:prstGeom>
          <a:solidFill>
            <a:srgbClr val="00BCD4">
              <a:alpha val="90000"/>
            </a:srgbClr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>
            <a:biLevel thresh="25000"/>
          </a:blip>
          <a:stretch>
            <a:fillRect/>
          </a:stretch>
        </p:blipFill>
        <p:spPr>
          <a:xfrm>
            <a:off x="6400800" y="192024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0" y="25603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Unificado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3" name="Text 9"/>
          <p:cNvSpPr/>
          <p:nvPr/>
        </p:nvSpPr>
        <p:spPr>
          <a:xfrm>
            <a:off x="5120640" y="288036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 método estándar (OAuth 2.0)</a:t>
            </a:r>
            <a:endParaRPr lang="en-US" sz="1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 sistema de caché (Redis)</a:t>
            </a:r>
            <a:endParaRPr lang="en-US" sz="1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Lógica centralizada de sesiones</a:t>
            </a:r>
            <a:endParaRPr lang="en-US" sz="1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 fuente de </a:t>
            </a:r>
            <a:r>
              <a:rPr lang="en-US" sz="12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(base de datos)</a:t>
            </a:r>
            <a:endParaRPr lang="en-US" sz="1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Auditable, menos bugs, fácil de mantener, predecible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Mejores Prácticas para Diseño Simple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17836"/>
            <a:ext cx="1828800" cy="4572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109728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73152" cy="109728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916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5087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KISS - Keep It Simple, Stupid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71600" y="18288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 más simple que funciona es la mejor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1371600"/>
            <a:ext cx="3931920" cy="109728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0" name="Shape 7"/>
          <p:cNvSpPr/>
          <p:nvPr/>
        </p:nvSpPr>
        <p:spPr>
          <a:xfrm>
            <a:off x="4754880" y="1371600"/>
            <a:ext cx="73152" cy="109728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69164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15087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YAGNI - You Aren't Gonna Need It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669280" y="18288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implementes funcionalidad hasta que sea necesaria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5" name="Shape 11"/>
          <p:cNvSpPr/>
          <p:nvPr/>
        </p:nvSpPr>
        <p:spPr>
          <a:xfrm>
            <a:off x="457200" y="2743200"/>
            <a:ext cx="73152" cy="109728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06324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28803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SRP – Single Responsibility Principle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71600" y="32004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componente debe tener una sola razón para cambiar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754880" y="2743200"/>
            <a:ext cx="3931920" cy="109728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0" name="Shape 15"/>
          <p:cNvSpPr/>
          <p:nvPr/>
        </p:nvSpPr>
        <p:spPr>
          <a:xfrm>
            <a:off x="4754880" y="2743200"/>
            <a:ext cx="73152" cy="109728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306324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69280" y="28803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– Don’t repeat yourself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669280" y="32004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E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piensa en cómo puedes reutilizar ese fragmento de código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Conclusiones Clave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50876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15544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simplicidad es la clave de la seguridad</a:t>
            </a:r>
            <a:endParaRPr lang="en-US" sz="15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011680"/>
            <a:ext cx="365760" cy="3657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920240" y="20574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código = Menos vulnerabilidades = Más seguridad</a:t>
            </a:r>
            <a:endParaRPr lang="en-US" sz="15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514600"/>
            <a:ext cx="365760" cy="3657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920240" y="25603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mecanismos compartidos que amplifiquen el riesgo</a:t>
            </a:r>
            <a:endParaRPr lang="en-US" sz="15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017520"/>
            <a:ext cx="365760" cy="36576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920240" y="30632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sistemas predecibles e intuitivos</a:t>
            </a:r>
            <a:endParaRPr lang="en-US" sz="15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520440"/>
            <a:ext cx="365760" cy="36576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920240" y="35661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seguridad no debe depender del secreto del diseño</a:t>
            </a:r>
            <a:endParaRPr lang="en-US" sz="1500" dirty="0"/>
          </a:p>
        </p:txBody>
      </p:sp>
      <p:sp>
        <p:nvSpPr>
          <p:cNvPr id="13" name="Shape 6"/>
          <p:cNvSpPr/>
          <p:nvPr/>
        </p:nvSpPr>
        <p:spPr>
          <a:xfrm>
            <a:off x="1828800" y="3931920"/>
            <a:ext cx="5486400" cy="640080"/>
          </a:xfrm>
          <a:prstGeom prst="rect">
            <a:avLst/>
          </a:prstGeom>
          <a:solidFill>
            <a:srgbClr val="00BCD4">
              <a:alpha val="7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4" name="Text 7"/>
          <p:cNvSpPr/>
          <p:nvPr/>
        </p:nvSpPr>
        <p:spPr>
          <a:xfrm>
            <a:off x="2011680" y="4069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sz="15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el diseño óptimo, la seguridad es un </a:t>
            </a:r>
            <a:r>
              <a:rPr lang="es-PE" sz="1500" i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</a:t>
            </a:r>
            <a:r>
              <a:rPr lang="es-PE" sz="15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-off que debe elegirse de forma consciente.</a:t>
            </a:r>
            <a:endParaRPr lang="es-PE" sz="1500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1828800" cy="1828800"/>
          </a:xfrm>
          <a:prstGeom prst="ellipse">
            <a:avLst/>
          </a:prstGeom>
          <a:solidFill>
            <a:srgbClr val="0D47A1">
              <a:alpha val="3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0D47A1">
              <a:alpha val="30000"/>
            </a:srgbClr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6459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¿PREGUNTAS?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914400" y="3474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Simplicidad y Diseño Seguro - Sesión 3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702</Words>
  <Application>Microsoft Office PowerPoint</Application>
  <PresentationFormat>Presentación en pantalla (16:9)</PresentationFormat>
  <Paragraphs>120</Paragraphs>
  <Slides>13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Arial Black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Simplicidad y Diseño Seguro - Sesión 3</dc:title>
  <dc:subject>PptxGenJS Presentation</dc:subject>
  <dc:creator>Instructor</dc:creator>
  <cp:lastModifiedBy>Diego Alonso Garate Polar</cp:lastModifiedBy>
  <cp:revision>1</cp:revision>
  <dcterms:created xsi:type="dcterms:W3CDTF">2026-01-28T23:12:50Z</dcterms:created>
  <dcterms:modified xsi:type="dcterms:W3CDTF">2026-04-14T17:08:38Z</dcterms:modified>
</cp:coreProperties>
</file>